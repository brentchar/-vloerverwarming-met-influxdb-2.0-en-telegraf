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24"/>
  </p:notesMasterIdLst>
  <p:handoutMasterIdLst>
    <p:handoutMasterId r:id="rId25"/>
  </p:handoutMasterIdLst>
  <p:sldIdLst>
    <p:sldId id="543" r:id="rId7"/>
    <p:sldId id="544" r:id="rId8"/>
    <p:sldId id="545" r:id="rId9"/>
    <p:sldId id="555" r:id="rId10"/>
    <p:sldId id="556" r:id="rId11"/>
    <p:sldId id="557" r:id="rId12"/>
    <p:sldId id="558" r:id="rId13"/>
    <p:sldId id="559" r:id="rId14"/>
    <p:sldId id="560" r:id="rId15"/>
    <p:sldId id="546" r:id="rId16"/>
    <p:sldId id="547" r:id="rId17"/>
    <p:sldId id="561" r:id="rId18"/>
    <p:sldId id="548" r:id="rId19"/>
    <p:sldId id="550" r:id="rId20"/>
    <p:sldId id="551" r:id="rId21"/>
    <p:sldId id="553" r:id="rId22"/>
    <p:sldId id="554" r:id="rId2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1E4"/>
    <a:srgbClr val="000000"/>
    <a:srgbClr val="F04619"/>
    <a:srgbClr val="E8EBEE"/>
    <a:srgbClr val="F2F5F8"/>
    <a:srgbClr val="FA6432"/>
    <a:srgbClr val="000A1E"/>
    <a:srgbClr val="00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307" autoAdjust="0"/>
  </p:normalViewPr>
  <p:slideViewPr>
    <p:cSldViewPr snapToGrid="0">
      <p:cViewPr varScale="1">
        <p:scale>
          <a:sx n="93" d="100"/>
          <a:sy n="93" d="100"/>
        </p:scale>
        <p:origin x="12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206A4A-B25D-4A6D-AEB7-52DB5276F4B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56448C-3948-4172-A72E-8E186273958E}">
      <dgm:prSet/>
      <dgm:spPr/>
      <dgm:t>
        <a:bodyPr/>
        <a:lstStyle/>
        <a:p>
          <a:r>
            <a:rPr lang="en-US" b="1" i="0" baseline="0"/>
            <a:t>Functie:</a:t>
          </a:r>
          <a:r>
            <a:rPr lang="en-US" b="0" i="0" baseline="0"/>
            <a:t> Meet de fysieke omgeving (temperatuur/luchtvochtigheid).</a:t>
          </a:r>
          <a:endParaRPr lang="en-US"/>
        </a:p>
      </dgm:t>
    </dgm:pt>
    <dgm:pt modelId="{C76F77CB-DEF9-418A-9541-44ECD023916C}" type="parTrans" cxnId="{6D72F63C-24DB-47F6-98AB-7DE3CCDA74AB}">
      <dgm:prSet/>
      <dgm:spPr/>
      <dgm:t>
        <a:bodyPr/>
        <a:lstStyle/>
        <a:p>
          <a:endParaRPr lang="en-US"/>
        </a:p>
      </dgm:t>
    </dgm:pt>
    <dgm:pt modelId="{2653A478-1E87-4C9C-9398-0D70F4C822A0}" type="sibTrans" cxnId="{6D72F63C-24DB-47F6-98AB-7DE3CCDA74AB}">
      <dgm:prSet/>
      <dgm:spPr/>
      <dgm:t>
        <a:bodyPr/>
        <a:lstStyle/>
        <a:p>
          <a:endParaRPr lang="en-US"/>
        </a:p>
      </dgm:t>
    </dgm:pt>
    <dgm:pt modelId="{9B2D4617-DC7B-49A0-820A-EB42D1BA1C27}">
      <dgm:prSet/>
      <dgm:spPr/>
      <dgm:t>
        <a:bodyPr/>
        <a:lstStyle/>
        <a:p>
          <a:r>
            <a:rPr lang="en-US" b="1" i="0" baseline="0"/>
            <a:t>Techniek:</a:t>
          </a:r>
          <a:r>
            <a:rPr lang="en-US" b="0" i="0" baseline="0"/>
            <a:t> Zet warmte om in een elektrisch signaal.</a:t>
          </a:r>
          <a:endParaRPr lang="en-US"/>
        </a:p>
      </dgm:t>
    </dgm:pt>
    <dgm:pt modelId="{F5F2AF17-0CDC-4D88-8D65-33E15560D4A1}" type="parTrans" cxnId="{48192AE3-E301-410D-A842-F20C36252226}">
      <dgm:prSet/>
      <dgm:spPr/>
      <dgm:t>
        <a:bodyPr/>
        <a:lstStyle/>
        <a:p>
          <a:endParaRPr lang="en-US"/>
        </a:p>
      </dgm:t>
    </dgm:pt>
    <dgm:pt modelId="{08B0501C-4C2D-4BDA-91C1-FB3445C54FDB}" type="sibTrans" cxnId="{48192AE3-E301-410D-A842-F20C36252226}">
      <dgm:prSet/>
      <dgm:spPr/>
      <dgm:t>
        <a:bodyPr/>
        <a:lstStyle/>
        <a:p>
          <a:endParaRPr lang="en-US"/>
        </a:p>
      </dgm:t>
    </dgm:pt>
    <dgm:pt modelId="{4D307DE8-0615-49A8-94B8-17EE9CB02B8D}">
      <dgm:prSet/>
      <dgm:spPr/>
      <dgm:t>
        <a:bodyPr/>
        <a:lstStyle/>
        <a:p>
          <a:r>
            <a:rPr lang="en-US" b="1" i="0" baseline="0"/>
            <a:t>Data:</a:t>
          </a:r>
          <a:r>
            <a:rPr lang="en-US" b="0" i="0" baseline="0"/>
            <a:t> Stuurt een ruwe digitale waarde naar de microcontroller via de datapin.</a:t>
          </a:r>
          <a:endParaRPr lang="en-US"/>
        </a:p>
      </dgm:t>
    </dgm:pt>
    <dgm:pt modelId="{FB4187CD-1C81-43C7-A90E-3A82BE0EB950}" type="parTrans" cxnId="{E4BB517F-55CD-4172-8AC2-717DB006EC26}">
      <dgm:prSet/>
      <dgm:spPr/>
      <dgm:t>
        <a:bodyPr/>
        <a:lstStyle/>
        <a:p>
          <a:endParaRPr lang="en-US"/>
        </a:p>
      </dgm:t>
    </dgm:pt>
    <dgm:pt modelId="{8BF7C43E-6A1A-4660-B42E-776BE1D265BE}" type="sibTrans" cxnId="{E4BB517F-55CD-4172-8AC2-717DB006EC26}">
      <dgm:prSet/>
      <dgm:spPr/>
      <dgm:t>
        <a:bodyPr/>
        <a:lstStyle/>
        <a:p>
          <a:endParaRPr lang="en-US"/>
        </a:p>
      </dgm:t>
    </dgm:pt>
    <dgm:pt modelId="{EEA17651-3A22-4782-B55E-87DBE1801502}" type="pres">
      <dgm:prSet presAssocID="{D5206A4A-B25D-4A6D-AEB7-52DB5276F4BF}" presName="vert0" presStyleCnt="0">
        <dgm:presLayoutVars>
          <dgm:dir/>
          <dgm:animOne val="branch"/>
          <dgm:animLvl val="lvl"/>
        </dgm:presLayoutVars>
      </dgm:prSet>
      <dgm:spPr/>
    </dgm:pt>
    <dgm:pt modelId="{7D0E7231-90B5-4DF9-A557-C9C367EDB559}" type="pres">
      <dgm:prSet presAssocID="{3C56448C-3948-4172-A72E-8E186273958E}" presName="thickLine" presStyleLbl="alignNode1" presStyleIdx="0" presStyleCnt="3"/>
      <dgm:spPr/>
    </dgm:pt>
    <dgm:pt modelId="{B7EF329F-6C10-4E40-92DE-9B9ED7C7BB1A}" type="pres">
      <dgm:prSet presAssocID="{3C56448C-3948-4172-A72E-8E186273958E}" presName="horz1" presStyleCnt="0"/>
      <dgm:spPr/>
    </dgm:pt>
    <dgm:pt modelId="{37B7E381-3A66-47D6-804A-AC31197ABCE5}" type="pres">
      <dgm:prSet presAssocID="{3C56448C-3948-4172-A72E-8E186273958E}" presName="tx1" presStyleLbl="revTx" presStyleIdx="0" presStyleCnt="3"/>
      <dgm:spPr/>
    </dgm:pt>
    <dgm:pt modelId="{1DD71FE9-02BD-4338-9D71-7BC950F4DC6D}" type="pres">
      <dgm:prSet presAssocID="{3C56448C-3948-4172-A72E-8E186273958E}" presName="vert1" presStyleCnt="0"/>
      <dgm:spPr/>
    </dgm:pt>
    <dgm:pt modelId="{6FF3D268-8352-4251-BE6F-39619E9679AC}" type="pres">
      <dgm:prSet presAssocID="{9B2D4617-DC7B-49A0-820A-EB42D1BA1C27}" presName="thickLine" presStyleLbl="alignNode1" presStyleIdx="1" presStyleCnt="3"/>
      <dgm:spPr/>
    </dgm:pt>
    <dgm:pt modelId="{6D66E00A-624F-4BD5-8B55-7A41F20CB622}" type="pres">
      <dgm:prSet presAssocID="{9B2D4617-DC7B-49A0-820A-EB42D1BA1C27}" presName="horz1" presStyleCnt="0"/>
      <dgm:spPr/>
    </dgm:pt>
    <dgm:pt modelId="{C0ADC88B-3D8A-4A85-B192-404F57A91E50}" type="pres">
      <dgm:prSet presAssocID="{9B2D4617-DC7B-49A0-820A-EB42D1BA1C27}" presName="tx1" presStyleLbl="revTx" presStyleIdx="1" presStyleCnt="3"/>
      <dgm:spPr/>
    </dgm:pt>
    <dgm:pt modelId="{516B8877-FC13-409B-9E1C-75E770C32D55}" type="pres">
      <dgm:prSet presAssocID="{9B2D4617-DC7B-49A0-820A-EB42D1BA1C27}" presName="vert1" presStyleCnt="0"/>
      <dgm:spPr/>
    </dgm:pt>
    <dgm:pt modelId="{A02D957E-E958-4B07-873C-9B36E8F0E5B3}" type="pres">
      <dgm:prSet presAssocID="{4D307DE8-0615-49A8-94B8-17EE9CB02B8D}" presName="thickLine" presStyleLbl="alignNode1" presStyleIdx="2" presStyleCnt="3"/>
      <dgm:spPr/>
    </dgm:pt>
    <dgm:pt modelId="{B7640465-9632-4D4B-991C-43FFB0C3E05B}" type="pres">
      <dgm:prSet presAssocID="{4D307DE8-0615-49A8-94B8-17EE9CB02B8D}" presName="horz1" presStyleCnt="0"/>
      <dgm:spPr/>
    </dgm:pt>
    <dgm:pt modelId="{6C5988C9-6253-48DF-ABCC-2B2B717C3245}" type="pres">
      <dgm:prSet presAssocID="{4D307DE8-0615-49A8-94B8-17EE9CB02B8D}" presName="tx1" presStyleLbl="revTx" presStyleIdx="2" presStyleCnt="3"/>
      <dgm:spPr/>
    </dgm:pt>
    <dgm:pt modelId="{AD0556B3-4A1F-4836-A57E-C291A1DBB3F0}" type="pres">
      <dgm:prSet presAssocID="{4D307DE8-0615-49A8-94B8-17EE9CB02B8D}" presName="vert1" presStyleCnt="0"/>
      <dgm:spPr/>
    </dgm:pt>
  </dgm:ptLst>
  <dgm:cxnLst>
    <dgm:cxn modelId="{6D72F63C-24DB-47F6-98AB-7DE3CCDA74AB}" srcId="{D5206A4A-B25D-4A6D-AEB7-52DB5276F4BF}" destId="{3C56448C-3948-4172-A72E-8E186273958E}" srcOrd="0" destOrd="0" parTransId="{C76F77CB-DEF9-418A-9541-44ECD023916C}" sibTransId="{2653A478-1E87-4C9C-9398-0D70F4C822A0}"/>
    <dgm:cxn modelId="{BA082B55-4EB8-4E1F-B0AA-DB4BC852DB25}" type="presOf" srcId="{4D307DE8-0615-49A8-94B8-17EE9CB02B8D}" destId="{6C5988C9-6253-48DF-ABCC-2B2B717C3245}" srcOrd="0" destOrd="0" presId="urn:microsoft.com/office/officeart/2008/layout/LinedList"/>
    <dgm:cxn modelId="{E4BB517F-55CD-4172-8AC2-717DB006EC26}" srcId="{D5206A4A-B25D-4A6D-AEB7-52DB5276F4BF}" destId="{4D307DE8-0615-49A8-94B8-17EE9CB02B8D}" srcOrd="2" destOrd="0" parTransId="{FB4187CD-1C81-43C7-A90E-3A82BE0EB950}" sibTransId="{8BF7C43E-6A1A-4660-B42E-776BE1D265BE}"/>
    <dgm:cxn modelId="{B5E4E9DC-33B1-4E13-97C8-53961577CEEE}" type="presOf" srcId="{D5206A4A-B25D-4A6D-AEB7-52DB5276F4BF}" destId="{EEA17651-3A22-4782-B55E-87DBE1801502}" srcOrd="0" destOrd="0" presId="urn:microsoft.com/office/officeart/2008/layout/LinedList"/>
    <dgm:cxn modelId="{C7D881E2-1FD7-43F3-8F63-7E6F46B9D7D2}" type="presOf" srcId="{9B2D4617-DC7B-49A0-820A-EB42D1BA1C27}" destId="{C0ADC88B-3D8A-4A85-B192-404F57A91E50}" srcOrd="0" destOrd="0" presId="urn:microsoft.com/office/officeart/2008/layout/LinedList"/>
    <dgm:cxn modelId="{087FC0E2-D702-4D28-8C8C-A80D126F8B93}" type="presOf" srcId="{3C56448C-3948-4172-A72E-8E186273958E}" destId="{37B7E381-3A66-47D6-804A-AC31197ABCE5}" srcOrd="0" destOrd="0" presId="urn:microsoft.com/office/officeart/2008/layout/LinedList"/>
    <dgm:cxn modelId="{48192AE3-E301-410D-A842-F20C36252226}" srcId="{D5206A4A-B25D-4A6D-AEB7-52DB5276F4BF}" destId="{9B2D4617-DC7B-49A0-820A-EB42D1BA1C27}" srcOrd="1" destOrd="0" parTransId="{F5F2AF17-0CDC-4D88-8D65-33E15560D4A1}" sibTransId="{08B0501C-4C2D-4BDA-91C1-FB3445C54FDB}"/>
    <dgm:cxn modelId="{7920C6F1-9AF0-44D0-A817-E6B1E76DF36F}" type="presParOf" srcId="{EEA17651-3A22-4782-B55E-87DBE1801502}" destId="{7D0E7231-90B5-4DF9-A557-C9C367EDB559}" srcOrd="0" destOrd="0" presId="urn:microsoft.com/office/officeart/2008/layout/LinedList"/>
    <dgm:cxn modelId="{B37C3A6C-9EE1-4AC0-850B-3CF67B575FFF}" type="presParOf" srcId="{EEA17651-3A22-4782-B55E-87DBE1801502}" destId="{B7EF329F-6C10-4E40-92DE-9B9ED7C7BB1A}" srcOrd="1" destOrd="0" presId="urn:microsoft.com/office/officeart/2008/layout/LinedList"/>
    <dgm:cxn modelId="{80E6AE65-0F2F-4023-8A47-230309782CA2}" type="presParOf" srcId="{B7EF329F-6C10-4E40-92DE-9B9ED7C7BB1A}" destId="{37B7E381-3A66-47D6-804A-AC31197ABCE5}" srcOrd="0" destOrd="0" presId="urn:microsoft.com/office/officeart/2008/layout/LinedList"/>
    <dgm:cxn modelId="{AE413682-16DB-41D8-8012-EABC886B8778}" type="presParOf" srcId="{B7EF329F-6C10-4E40-92DE-9B9ED7C7BB1A}" destId="{1DD71FE9-02BD-4338-9D71-7BC950F4DC6D}" srcOrd="1" destOrd="0" presId="urn:microsoft.com/office/officeart/2008/layout/LinedList"/>
    <dgm:cxn modelId="{D2100812-F089-4F5A-A803-0D264137A01F}" type="presParOf" srcId="{EEA17651-3A22-4782-B55E-87DBE1801502}" destId="{6FF3D268-8352-4251-BE6F-39619E9679AC}" srcOrd="2" destOrd="0" presId="urn:microsoft.com/office/officeart/2008/layout/LinedList"/>
    <dgm:cxn modelId="{FDF426B5-5BE5-4903-A022-DEBACBD97AE2}" type="presParOf" srcId="{EEA17651-3A22-4782-B55E-87DBE1801502}" destId="{6D66E00A-624F-4BD5-8B55-7A41F20CB622}" srcOrd="3" destOrd="0" presId="urn:microsoft.com/office/officeart/2008/layout/LinedList"/>
    <dgm:cxn modelId="{E0E8D271-2E8E-4EE3-B9C8-1B69802F34A4}" type="presParOf" srcId="{6D66E00A-624F-4BD5-8B55-7A41F20CB622}" destId="{C0ADC88B-3D8A-4A85-B192-404F57A91E50}" srcOrd="0" destOrd="0" presId="urn:microsoft.com/office/officeart/2008/layout/LinedList"/>
    <dgm:cxn modelId="{B9783BDC-14D2-4917-B5ED-46A96F20D3D4}" type="presParOf" srcId="{6D66E00A-624F-4BD5-8B55-7A41F20CB622}" destId="{516B8877-FC13-409B-9E1C-75E770C32D55}" srcOrd="1" destOrd="0" presId="urn:microsoft.com/office/officeart/2008/layout/LinedList"/>
    <dgm:cxn modelId="{AB2FBB8B-C7FB-43DC-BBC8-230886384760}" type="presParOf" srcId="{EEA17651-3A22-4782-B55E-87DBE1801502}" destId="{A02D957E-E958-4B07-873C-9B36E8F0E5B3}" srcOrd="4" destOrd="0" presId="urn:microsoft.com/office/officeart/2008/layout/LinedList"/>
    <dgm:cxn modelId="{E06EB291-5E40-4EB0-B8B5-906C5A4E992B}" type="presParOf" srcId="{EEA17651-3A22-4782-B55E-87DBE1801502}" destId="{B7640465-9632-4D4B-991C-43FFB0C3E05B}" srcOrd="5" destOrd="0" presId="urn:microsoft.com/office/officeart/2008/layout/LinedList"/>
    <dgm:cxn modelId="{051AF823-A776-4F6E-B81D-C283DC81B9D2}" type="presParOf" srcId="{B7640465-9632-4D4B-991C-43FFB0C3E05B}" destId="{6C5988C9-6253-48DF-ABCC-2B2B717C3245}" srcOrd="0" destOrd="0" presId="urn:microsoft.com/office/officeart/2008/layout/LinedList"/>
    <dgm:cxn modelId="{D8359BFA-4C76-4BD2-A123-B2A7657AF41E}" type="presParOf" srcId="{B7640465-9632-4D4B-991C-43FFB0C3E05B}" destId="{AD0556B3-4A1F-4836-A57E-C291A1DBB3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2D911C-A461-46BE-9A64-625A208E205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02B1DE-BEAE-44BB-BAF7-E440CFA04737}">
      <dgm:prSet/>
      <dgm:spPr/>
      <dgm:t>
        <a:bodyPr/>
        <a:lstStyle/>
        <a:p>
          <a:r>
            <a:rPr lang="en-US" b="1" i="0" baseline="0"/>
            <a:t>Functie:</a:t>
          </a:r>
          <a:r>
            <a:rPr lang="en-US" b="0" i="0" baseline="0"/>
            <a:t> Verwerkt de ruwe sensordata naar graden Celsius.</a:t>
          </a:r>
          <a:endParaRPr lang="en-US"/>
        </a:p>
      </dgm:t>
    </dgm:pt>
    <dgm:pt modelId="{D073A70A-5941-4335-90D6-14E61223AF68}" type="parTrans" cxnId="{21C0FDDD-DA15-435F-B419-F7AB4CBC4F87}">
      <dgm:prSet/>
      <dgm:spPr/>
      <dgm:t>
        <a:bodyPr/>
        <a:lstStyle/>
        <a:p>
          <a:endParaRPr lang="en-US"/>
        </a:p>
      </dgm:t>
    </dgm:pt>
    <dgm:pt modelId="{4E29BA2E-1F0F-412F-A9AC-3FD7FA49968A}" type="sibTrans" cxnId="{21C0FDDD-DA15-435F-B419-F7AB4CBC4F87}">
      <dgm:prSet/>
      <dgm:spPr/>
      <dgm:t>
        <a:bodyPr/>
        <a:lstStyle/>
        <a:p>
          <a:endParaRPr lang="en-US"/>
        </a:p>
      </dgm:t>
    </dgm:pt>
    <dgm:pt modelId="{0F2F763E-1CE7-4AB2-A81F-404915C38863}">
      <dgm:prSet/>
      <dgm:spPr/>
      <dgm:t>
        <a:bodyPr/>
        <a:lstStyle/>
        <a:p>
          <a:r>
            <a:rPr lang="en-US" b="1" i="0" baseline="0"/>
            <a:t>Vertaling:</a:t>
          </a:r>
          <a:r>
            <a:rPr lang="en-US" b="0" i="0" baseline="0"/>
            <a:t> Verpakt de waarde in een </a:t>
          </a:r>
          <a:r>
            <a:rPr lang="en-US" b="1" i="0" baseline="0"/>
            <a:t>JSON-bericht</a:t>
          </a:r>
          <a:r>
            <a:rPr lang="en-US" b="0" i="0" baseline="0"/>
            <a:t> (bijv. {"temp": 21.5}).</a:t>
          </a:r>
          <a:endParaRPr lang="en-US"/>
        </a:p>
      </dgm:t>
    </dgm:pt>
    <dgm:pt modelId="{F9CCC009-56F3-48DB-A2DC-AE7D089066CF}" type="parTrans" cxnId="{B0E08C84-1C6F-4A1D-8403-DF9A4EA48134}">
      <dgm:prSet/>
      <dgm:spPr/>
      <dgm:t>
        <a:bodyPr/>
        <a:lstStyle/>
        <a:p>
          <a:endParaRPr lang="en-US"/>
        </a:p>
      </dgm:t>
    </dgm:pt>
    <dgm:pt modelId="{31833601-0DFC-4D1D-9696-36D47F4B87BD}" type="sibTrans" cxnId="{B0E08C84-1C6F-4A1D-8403-DF9A4EA48134}">
      <dgm:prSet/>
      <dgm:spPr/>
      <dgm:t>
        <a:bodyPr/>
        <a:lstStyle/>
        <a:p>
          <a:endParaRPr lang="en-US"/>
        </a:p>
      </dgm:t>
    </dgm:pt>
    <dgm:pt modelId="{1A3C835B-BEF5-4C7B-83AC-B2064F688E80}">
      <dgm:prSet/>
      <dgm:spPr/>
      <dgm:t>
        <a:bodyPr/>
        <a:lstStyle/>
        <a:p>
          <a:r>
            <a:rPr lang="en-US" b="1" i="0" baseline="0"/>
            <a:t>Verzending:</a:t>
          </a:r>
          <a:r>
            <a:rPr lang="en-US" b="0" i="0" baseline="0"/>
            <a:t> Stuurt dit pakketje via WiFi de "lucht" in naar de server.</a:t>
          </a:r>
          <a:endParaRPr lang="en-US"/>
        </a:p>
      </dgm:t>
    </dgm:pt>
    <dgm:pt modelId="{4ECE28AD-D221-4C7D-972E-C437C42B305C}" type="parTrans" cxnId="{34255E11-1DC2-4ABC-8760-673FA0E007DF}">
      <dgm:prSet/>
      <dgm:spPr/>
      <dgm:t>
        <a:bodyPr/>
        <a:lstStyle/>
        <a:p>
          <a:endParaRPr lang="en-US"/>
        </a:p>
      </dgm:t>
    </dgm:pt>
    <dgm:pt modelId="{65CC1C9A-2B8E-471E-BF84-E9715AEF684E}" type="sibTrans" cxnId="{34255E11-1DC2-4ABC-8760-673FA0E007DF}">
      <dgm:prSet/>
      <dgm:spPr/>
      <dgm:t>
        <a:bodyPr/>
        <a:lstStyle/>
        <a:p>
          <a:endParaRPr lang="en-US"/>
        </a:p>
      </dgm:t>
    </dgm:pt>
    <dgm:pt modelId="{F73CFD87-4A30-423E-B81C-986CE555367B}" type="pres">
      <dgm:prSet presAssocID="{D52D911C-A461-46BE-9A64-625A208E2057}" presName="vert0" presStyleCnt="0">
        <dgm:presLayoutVars>
          <dgm:dir/>
          <dgm:animOne val="branch"/>
          <dgm:animLvl val="lvl"/>
        </dgm:presLayoutVars>
      </dgm:prSet>
      <dgm:spPr/>
    </dgm:pt>
    <dgm:pt modelId="{40518372-1AF6-44B9-8094-CA3C837F2948}" type="pres">
      <dgm:prSet presAssocID="{8802B1DE-BEAE-44BB-BAF7-E440CFA04737}" presName="thickLine" presStyleLbl="alignNode1" presStyleIdx="0" presStyleCnt="3"/>
      <dgm:spPr/>
    </dgm:pt>
    <dgm:pt modelId="{3E367BCC-A652-41B2-AA7A-F396DF26E950}" type="pres">
      <dgm:prSet presAssocID="{8802B1DE-BEAE-44BB-BAF7-E440CFA04737}" presName="horz1" presStyleCnt="0"/>
      <dgm:spPr/>
    </dgm:pt>
    <dgm:pt modelId="{F7A884A0-8B0B-4D91-8E99-B99D176F07A0}" type="pres">
      <dgm:prSet presAssocID="{8802B1DE-BEAE-44BB-BAF7-E440CFA04737}" presName="tx1" presStyleLbl="revTx" presStyleIdx="0" presStyleCnt="3"/>
      <dgm:spPr/>
    </dgm:pt>
    <dgm:pt modelId="{06E0214D-92BE-485C-B1AD-D9FF2DA61892}" type="pres">
      <dgm:prSet presAssocID="{8802B1DE-BEAE-44BB-BAF7-E440CFA04737}" presName="vert1" presStyleCnt="0"/>
      <dgm:spPr/>
    </dgm:pt>
    <dgm:pt modelId="{0C47632C-8D54-438B-9060-8ADDDA4651E9}" type="pres">
      <dgm:prSet presAssocID="{0F2F763E-1CE7-4AB2-A81F-404915C38863}" presName="thickLine" presStyleLbl="alignNode1" presStyleIdx="1" presStyleCnt="3"/>
      <dgm:spPr/>
    </dgm:pt>
    <dgm:pt modelId="{E437643C-5861-4F93-9791-622348E7A276}" type="pres">
      <dgm:prSet presAssocID="{0F2F763E-1CE7-4AB2-A81F-404915C38863}" presName="horz1" presStyleCnt="0"/>
      <dgm:spPr/>
    </dgm:pt>
    <dgm:pt modelId="{AFFE81FC-AAE1-4B27-B9A7-20DD224B4A7F}" type="pres">
      <dgm:prSet presAssocID="{0F2F763E-1CE7-4AB2-A81F-404915C38863}" presName="tx1" presStyleLbl="revTx" presStyleIdx="1" presStyleCnt="3"/>
      <dgm:spPr/>
    </dgm:pt>
    <dgm:pt modelId="{457D6370-C8C8-4EE2-A4FE-9ED8045A111A}" type="pres">
      <dgm:prSet presAssocID="{0F2F763E-1CE7-4AB2-A81F-404915C38863}" presName="vert1" presStyleCnt="0"/>
      <dgm:spPr/>
    </dgm:pt>
    <dgm:pt modelId="{D821F368-AB4F-40E1-B63D-DB95D3DFE835}" type="pres">
      <dgm:prSet presAssocID="{1A3C835B-BEF5-4C7B-83AC-B2064F688E80}" presName="thickLine" presStyleLbl="alignNode1" presStyleIdx="2" presStyleCnt="3"/>
      <dgm:spPr/>
    </dgm:pt>
    <dgm:pt modelId="{0FE6D7E1-DD6D-4AE0-B967-944C75518FAE}" type="pres">
      <dgm:prSet presAssocID="{1A3C835B-BEF5-4C7B-83AC-B2064F688E80}" presName="horz1" presStyleCnt="0"/>
      <dgm:spPr/>
    </dgm:pt>
    <dgm:pt modelId="{678079DC-AFD8-4C19-9196-6CD1EBB2E501}" type="pres">
      <dgm:prSet presAssocID="{1A3C835B-BEF5-4C7B-83AC-B2064F688E80}" presName="tx1" presStyleLbl="revTx" presStyleIdx="2" presStyleCnt="3"/>
      <dgm:spPr/>
    </dgm:pt>
    <dgm:pt modelId="{44F92E34-93D6-4118-B472-38F641DC146B}" type="pres">
      <dgm:prSet presAssocID="{1A3C835B-BEF5-4C7B-83AC-B2064F688E80}" presName="vert1" presStyleCnt="0"/>
      <dgm:spPr/>
    </dgm:pt>
  </dgm:ptLst>
  <dgm:cxnLst>
    <dgm:cxn modelId="{34255E11-1DC2-4ABC-8760-673FA0E007DF}" srcId="{D52D911C-A461-46BE-9A64-625A208E2057}" destId="{1A3C835B-BEF5-4C7B-83AC-B2064F688E80}" srcOrd="2" destOrd="0" parTransId="{4ECE28AD-D221-4C7D-972E-C437C42B305C}" sibTransId="{65CC1C9A-2B8E-471E-BF84-E9715AEF684E}"/>
    <dgm:cxn modelId="{474E5C73-B5FD-4386-8E7D-9B119A0ABF16}" type="presOf" srcId="{1A3C835B-BEF5-4C7B-83AC-B2064F688E80}" destId="{678079DC-AFD8-4C19-9196-6CD1EBB2E501}" srcOrd="0" destOrd="0" presId="urn:microsoft.com/office/officeart/2008/layout/LinedList"/>
    <dgm:cxn modelId="{3D9F8E58-B828-45F7-8C9D-13D205EE74F7}" type="presOf" srcId="{8802B1DE-BEAE-44BB-BAF7-E440CFA04737}" destId="{F7A884A0-8B0B-4D91-8E99-B99D176F07A0}" srcOrd="0" destOrd="0" presId="urn:microsoft.com/office/officeart/2008/layout/LinedList"/>
    <dgm:cxn modelId="{B0E08C84-1C6F-4A1D-8403-DF9A4EA48134}" srcId="{D52D911C-A461-46BE-9A64-625A208E2057}" destId="{0F2F763E-1CE7-4AB2-A81F-404915C38863}" srcOrd="1" destOrd="0" parTransId="{F9CCC009-56F3-48DB-A2DC-AE7D089066CF}" sibTransId="{31833601-0DFC-4D1D-9696-36D47F4B87BD}"/>
    <dgm:cxn modelId="{2EA5EBA7-E10B-4A55-AF7C-5DE7342FD625}" type="presOf" srcId="{0F2F763E-1CE7-4AB2-A81F-404915C38863}" destId="{AFFE81FC-AAE1-4B27-B9A7-20DD224B4A7F}" srcOrd="0" destOrd="0" presId="urn:microsoft.com/office/officeart/2008/layout/LinedList"/>
    <dgm:cxn modelId="{21C0FDDD-DA15-435F-B419-F7AB4CBC4F87}" srcId="{D52D911C-A461-46BE-9A64-625A208E2057}" destId="{8802B1DE-BEAE-44BB-BAF7-E440CFA04737}" srcOrd="0" destOrd="0" parTransId="{D073A70A-5941-4335-90D6-14E61223AF68}" sibTransId="{4E29BA2E-1F0F-412F-A9AC-3FD7FA49968A}"/>
    <dgm:cxn modelId="{97B853EE-758C-42C2-BBD4-57F470666B65}" type="presOf" srcId="{D52D911C-A461-46BE-9A64-625A208E2057}" destId="{F73CFD87-4A30-423E-B81C-986CE555367B}" srcOrd="0" destOrd="0" presId="urn:microsoft.com/office/officeart/2008/layout/LinedList"/>
    <dgm:cxn modelId="{B0EE0D7E-0831-43DE-9C8C-B3D0A56864F6}" type="presParOf" srcId="{F73CFD87-4A30-423E-B81C-986CE555367B}" destId="{40518372-1AF6-44B9-8094-CA3C837F2948}" srcOrd="0" destOrd="0" presId="urn:microsoft.com/office/officeart/2008/layout/LinedList"/>
    <dgm:cxn modelId="{89C9C61F-C7E0-414B-82FB-06F050492F1A}" type="presParOf" srcId="{F73CFD87-4A30-423E-B81C-986CE555367B}" destId="{3E367BCC-A652-41B2-AA7A-F396DF26E950}" srcOrd="1" destOrd="0" presId="urn:microsoft.com/office/officeart/2008/layout/LinedList"/>
    <dgm:cxn modelId="{A794B422-F4AE-4BBA-91C6-69BEF468B77E}" type="presParOf" srcId="{3E367BCC-A652-41B2-AA7A-F396DF26E950}" destId="{F7A884A0-8B0B-4D91-8E99-B99D176F07A0}" srcOrd="0" destOrd="0" presId="urn:microsoft.com/office/officeart/2008/layout/LinedList"/>
    <dgm:cxn modelId="{729F9CA8-05CF-48D6-B455-4438E8AAE1D2}" type="presParOf" srcId="{3E367BCC-A652-41B2-AA7A-F396DF26E950}" destId="{06E0214D-92BE-485C-B1AD-D9FF2DA61892}" srcOrd="1" destOrd="0" presId="urn:microsoft.com/office/officeart/2008/layout/LinedList"/>
    <dgm:cxn modelId="{D585A70A-A59E-4EDD-BD9B-1165CF5E4155}" type="presParOf" srcId="{F73CFD87-4A30-423E-B81C-986CE555367B}" destId="{0C47632C-8D54-438B-9060-8ADDDA4651E9}" srcOrd="2" destOrd="0" presId="urn:microsoft.com/office/officeart/2008/layout/LinedList"/>
    <dgm:cxn modelId="{A63B886F-85AF-4653-B305-BA815B95429C}" type="presParOf" srcId="{F73CFD87-4A30-423E-B81C-986CE555367B}" destId="{E437643C-5861-4F93-9791-622348E7A276}" srcOrd="3" destOrd="0" presId="urn:microsoft.com/office/officeart/2008/layout/LinedList"/>
    <dgm:cxn modelId="{FEA043BD-8D69-446D-B522-D03DC3357459}" type="presParOf" srcId="{E437643C-5861-4F93-9791-622348E7A276}" destId="{AFFE81FC-AAE1-4B27-B9A7-20DD224B4A7F}" srcOrd="0" destOrd="0" presId="urn:microsoft.com/office/officeart/2008/layout/LinedList"/>
    <dgm:cxn modelId="{D508338C-DABC-4156-AB02-10494C8ABCB5}" type="presParOf" srcId="{E437643C-5861-4F93-9791-622348E7A276}" destId="{457D6370-C8C8-4EE2-A4FE-9ED8045A111A}" srcOrd="1" destOrd="0" presId="urn:microsoft.com/office/officeart/2008/layout/LinedList"/>
    <dgm:cxn modelId="{99E8A21F-15FF-407D-9824-DCB7BF3452EC}" type="presParOf" srcId="{F73CFD87-4A30-423E-B81C-986CE555367B}" destId="{D821F368-AB4F-40E1-B63D-DB95D3DFE835}" srcOrd="4" destOrd="0" presId="urn:microsoft.com/office/officeart/2008/layout/LinedList"/>
    <dgm:cxn modelId="{E77EA825-D2E7-4A45-878C-235A550E5D6A}" type="presParOf" srcId="{F73CFD87-4A30-423E-B81C-986CE555367B}" destId="{0FE6D7E1-DD6D-4AE0-B967-944C75518FAE}" srcOrd="5" destOrd="0" presId="urn:microsoft.com/office/officeart/2008/layout/LinedList"/>
    <dgm:cxn modelId="{B3C636CF-2F15-43E8-89F6-070372FE276F}" type="presParOf" srcId="{0FE6D7E1-DD6D-4AE0-B967-944C75518FAE}" destId="{678079DC-AFD8-4C19-9196-6CD1EBB2E501}" srcOrd="0" destOrd="0" presId="urn:microsoft.com/office/officeart/2008/layout/LinedList"/>
    <dgm:cxn modelId="{1EACA8DA-2D63-447D-A4EB-CCC8243BE5D3}" type="presParOf" srcId="{0FE6D7E1-DD6D-4AE0-B967-944C75518FAE}" destId="{44F92E34-93D6-4118-B472-38F641DC14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7D74B8-0339-4D1F-8AB0-B003B58C13E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11DED4-E0B7-4333-ABA2-7AC09F8E47AF}">
      <dgm:prSet/>
      <dgm:spPr/>
      <dgm:t>
        <a:bodyPr/>
        <a:lstStyle/>
        <a:p>
          <a:r>
            <a:rPr lang="en-US" b="1" i="0" baseline="0"/>
            <a:t>Software:</a:t>
          </a:r>
          <a:r>
            <a:rPr lang="en-US" b="0" i="0" baseline="0"/>
            <a:t> Mosquitto (draait op de Raspberry Pi).</a:t>
          </a:r>
          <a:endParaRPr lang="en-US"/>
        </a:p>
      </dgm:t>
    </dgm:pt>
    <dgm:pt modelId="{8767E894-DFF7-4839-B8D8-C300E861EC14}" type="parTrans" cxnId="{773AFCB0-5AED-47A4-BA23-69704AEB2AA5}">
      <dgm:prSet/>
      <dgm:spPr/>
      <dgm:t>
        <a:bodyPr/>
        <a:lstStyle/>
        <a:p>
          <a:endParaRPr lang="en-US"/>
        </a:p>
      </dgm:t>
    </dgm:pt>
    <dgm:pt modelId="{7B5EABBD-0DEB-4DB2-B210-9E9332F4DE83}" type="sibTrans" cxnId="{773AFCB0-5AED-47A4-BA23-69704AEB2AA5}">
      <dgm:prSet/>
      <dgm:spPr/>
      <dgm:t>
        <a:bodyPr/>
        <a:lstStyle/>
        <a:p>
          <a:endParaRPr lang="en-US"/>
        </a:p>
      </dgm:t>
    </dgm:pt>
    <dgm:pt modelId="{100CD669-BBF1-499E-B3E8-CC442256172D}">
      <dgm:prSet/>
      <dgm:spPr/>
      <dgm:t>
        <a:bodyPr/>
        <a:lstStyle/>
        <a:p>
          <a:r>
            <a:rPr lang="en-US" b="1" i="0" baseline="0"/>
            <a:t>Functie:</a:t>
          </a:r>
          <a:r>
            <a:rPr lang="en-US" b="0" i="0" baseline="0"/>
            <a:t> Sorteert alle binnenkomende berichten op basis van </a:t>
          </a:r>
          <a:r>
            <a:rPr lang="en-US" b="1" i="0" baseline="0"/>
            <a:t>Topics</a:t>
          </a:r>
          <a:r>
            <a:rPr lang="en-US" b="0" i="0" baseline="0"/>
            <a:t>.</a:t>
          </a:r>
          <a:endParaRPr lang="en-US"/>
        </a:p>
      </dgm:t>
    </dgm:pt>
    <dgm:pt modelId="{1138A6DA-E0F7-4125-8583-95B0E686DE11}" type="parTrans" cxnId="{312574C3-E87D-457F-80F2-D565722676BB}">
      <dgm:prSet/>
      <dgm:spPr/>
      <dgm:t>
        <a:bodyPr/>
        <a:lstStyle/>
        <a:p>
          <a:endParaRPr lang="en-US"/>
        </a:p>
      </dgm:t>
    </dgm:pt>
    <dgm:pt modelId="{CF12E40F-4BBF-4860-9DC8-1F2A03B53CB8}" type="sibTrans" cxnId="{312574C3-E87D-457F-80F2-D565722676BB}">
      <dgm:prSet/>
      <dgm:spPr/>
      <dgm:t>
        <a:bodyPr/>
        <a:lstStyle/>
        <a:p>
          <a:endParaRPr lang="en-US"/>
        </a:p>
      </dgm:t>
    </dgm:pt>
    <dgm:pt modelId="{B90DB91B-95C4-413E-BAFE-C4B5BD618654}">
      <dgm:prSet/>
      <dgm:spPr/>
      <dgm:t>
        <a:bodyPr/>
        <a:lstStyle/>
        <a:p>
          <a:r>
            <a:rPr lang="en-US" b="1" i="0" baseline="0"/>
            <a:t>Adres:</a:t>
          </a:r>
          <a:r>
            <a:rPr lang="en-US" b="0" i="0" baseline="0"/>
            <a:t> Werkt als een digitaal postkantoor: "Dit bericht is voor topic sensors/groep1".</a:t>
          </a:r>
          <a:endParaRPr lang="en-US"/>
        </a:p>
      </dgm:t>
    </dgm:pt>
    <dgm:pt modelId="{1F618426-E6BA-491C-AE99-D6023061B716}" type="parTrans" cxnId="{5B7ECBFA-978E-476B-A219-E1A0C508DAEF}">
      <dgm:prSet/>
      <dgm:spPr/>
      <dgm:t>
        <a:bodyPr/>
        <a:lstStyle/>
        <a:p>
          <a:endParaRPr lang="en-US"/>
        </a:p>
      </dgm:t>
    </dgm:pt>
    <dgm:pt modelId="{2F086D48-FD1A-460F-98C0-157870592E8A}" type="sibTrans" cxnId="{5B7ECBFA-978E-476B-A219-E1A0C508DAEF}">
      <dgm:prSet/>
      <dgm:spPr/>
      <dgm:t>
        <a:bodyPr/>
        <a:lstStyle/>
        <a:p>
          <a:endParaRPr lang="en-US"/>
        </a:p>
      </dgm:t>
    </dgm:pt>
    <dgm:pt modelId="{74C84D18-F4AC-40AD-B837-EF05A6EEFA2C}" type="pres">
      <dgm:prSet presAssocID="{C07D74B8-0339-4D1F-8AB0-B003B58C13E4}" presName="vert0" presStyleCnt="0">
        <dgm:presLayoutVars>
          <dgm:dir/>
          <dgm:animOne val="branch"/>
          <dgm:animLvl val="lvl"/>
        </dgm:presLayoutVars>
      </dgm:prSet>
      <dgm:spPr/>
    </dgm:pt>
    <dgm:pt modelId="{FB290E02-E1DE-4ED6-93C5-7EA7B417F97E}" type="pres">
      <dgm:prSet presAssocID="{2011DED4-E0B7-4333-ABA2-7AC09F8E47AF}" presName="thickLine" presStyleLbl="alignNode1" presStyleIdx="0" presStyleCnt="3"/>
      <dgm:spPr/>
    </dgm:pt>
    <dgm:pt modelId="{76CB7E73-66DF-4A0D-8CDA-C51CED417ABA}" type="pres">
      <dgm:prSet presAssocID="{2011DED4-E0B7-4333-ABA2-7AC09F8E47AF}" presName="horz1" presStyleCnt="0"/>
      <dgm:spPr/>
    </dgm:pt>
    <dgm:pt modelId="{1DBA3E7C-6D21-4CAA-86A9-E6CFC05EA365}" type="pres">
      <dgm:prSet presAssocID="{2011DED4-E0B7-4333-ABA2-7AC09F8E47AF}" presName="tx1" presStyleLbl="revTx" presStyleIdx="0" presStyleCnt="3"/>
      <dgm:spPr/>
    </dgm:pt>
    <dgm:pt modelId="{068A5AF0-A061-424C-9B7A-440D4DDB9CF8}" type="pres">
      <dgm:prSet presAssocID="{2011DED4-E0B7-4333-ABA2-7AC09F8E47AF}" presName="vert1" presStyleCnt="0"/>
      <dgm:spPr/>
    </dgm:pt>
    <dgm:pt modelId="{657FDD42-3F19-427B-B8B8-FE75B0531AAE}" type="pres">
      <dgm:prSet presAssocID="{100CD669-BBF1-499E-B3E8-CC442256172D}" presName="thickLine" presStyleLbl="alignNode1" presStyleIdx="1" presStyleCnt="3"/>
      <dgm:spPr/>
    </dgm:pt>
    <dgm:pt modelId="{9F9B3CC8-FA26-4885-9DF0-98E5666A2D38}" type="pres">
      <dgm:prSet presAssocID="{100CD669-BBF1-499E-B3E8-CC442256172D}" presName="horz1" presStyleCnt="0"/>
      <dgm:spPr/>
    </dgm:pt>
    <dgm:pt modelId="{65D87CE5-472A-4A9B-B7E8-E698D0D5AB65}" type="pres">
      <dgm:prSet presAssocID="{100CD669-BBF1-499E-B3E8-CC442256172D}" presName="tx1" presStyleLbl="revTx" presStyleIdx="1" presStyleCnt="3"/>
      <dgm:spPr/>
    </dgm:pt>
    <dgm:pt modelId="{08B8EFCE-B1B1-4229-92AB-27E4305EB2E0}" type="pres">
      <dgm:prSet presAssocID="{100CD669-BBF1-499E-B3E8-CC442256172D}" presName="vert1" presStyleCnt="0"/>
      <dgm:spPr/>
    </dgm:pt>
    <dgm:pt modelId="{B14FCEA6-DBEA-4CD9-9F73-280450A76B1B}" type="pres">
      <dgm:prSet presAssocID="{B90DB91B-95C4-413E-BAFE-C4B5BD618654}" presName="thickLine" presStyleLbl="alignNode1" presStyleIdx="2" presStyleCnt="3"/>
      <dgm:spPr/>
    </dgm:pt>
    <dgm:pt modelId="{73B2B29D-5F32-48DD-BA5C-7FEDD3854C6F}" type="pres">
      <dgm:prSet presAssocID="{B90DB91B-95C4-413E-BAFE-C4B5BD618654}" presName="horz1" presStyleCnt="0"/>
      <dgm:spPr/>
    </dgm:pt>
    <dgm:pt modelId="{D6E08631-A63C-469B-9FCD-981C054C9F78}" type="pres">
      <dgm:prSet presAssocID="{B90DB91B-95C4-413E-BAFE-C4B5BD618654}" presName="tx1" presStyleLbl="revTx" presStyleIdx="2" presStyleCnt="3"/>
      <dgm:spPr/>
    </dgm:pt>
    <dgm:pt modelId="{A119839E-D71C-4E46-B860-489733C8B9BE}" type="pres">
      <dgm:prSet presAssocID="{B90DB91B-95C4-413E-BAFE-C4B5BD618654}" presName="vert1" presStyleCnt="0"/>
      <dgm:spPr/>
    </dgm:pt>
  </dgm:ptLst>
  <dgm:cxnLst>
    <dgm:cxn modelId="{D2C28335-2307-4CDD-85AF-7BE5AEB060E2}" type="presOf" srcId="{2011DED4-E0B7-4333-ABA2-7AC09F8E47AF}" destId="{1DBA3E7C-6D21-4CAA-86A9-E6CFC05EA365}" srcOrd="0" destOrd="0" presId="urn:microsoft.com/office/officeart/2008/layout/LinedList"/>
    <dgm:cxn modelId="{2F8E3B64-5BF2-4A57-909F-CA827E15429D}" type="presOf" srcId="{B90DB91B-95C4-413E-BAFE-C4B5BD618654}" destId="{D6E08631-A63C-469B-9FCD-981C054C9F78}" srcOrd="0" destOrd="0" presId="urn:microsoft.com/office/officeart/2008/layout/LinedList"/>
    <dgm:cxn modelId="{88F7D0A5-5959-4131-A992-C3A963F76574}" type="presOf" srcId="{100CD669-BBF1-499E-B3E8-CC442256172D}" destId="{65D87CE5-472A-4A9B-B7E8-E698D0D5AB65}" srcOrd="0" destOrd="0" presId="urn:microsoft.com/office/officeart/2008/layout/LinedList"/>
    <dgm:cxn modelId="{773AFCB0-5AED-47A4-BA23-69704AEB2AA5}" srcId="{C07D74B8-0339-4D1F-8AB0-B003B58C13E4}" destId="{2011DED4-E0B7-4333-ABA2-7AC09F8E47AF}" srcOrd="0" destOrd="0" parTransId="{8767E894-DFF7-4839-B8D8-C300E861EC14}" sibTransId="{7B5EABBD-0DEB-4DB2-B210-9E9332F4DE83}"/>
    <dgm:cxn modelId="{312574C3-E87D-457F-80F2-D565722676BB}" srcId="{C07D74B8-0339-4D1F-8AB0-B003B58C13E4}" destId="{100CD669-BBF1-499E-B3E8-CC442256172D}" srcOrd="1" destOrd="0" parTransId="{1138A6DA-E0F7-4125-8583-95B0E686DE11}" sibTransId="{CF12E40F-4BBF-4860-9DC8-1F2A03B53CB8}"/>
    <dgm:cxn modelId="{B77E00EB-8D23-4443-8E5E-4F630F7E4102}" type="presOf" srcId="{C07D74B8-0339-4D1F-8AB0-B003B58C13E4}" destId="{74C84D18-F4AC-40AD-B837-EF05A6EEFA2C}" srcOrd="0" destOrd="0" presId="urn:microsoft.com/office/officeart/2008/layout/LinedList"/>
    <dgm:cxn modelId="{5B7ECBFA-978E-476B-A219-E1A0C508DAEF}" srcId="{C07D74B8-0339-4D1F-8AB0-B003B58C13E4}" destId="{B90DB91B-95C4-413E-BAFE-C4B5BD618654}" srcOrd="2" destOrd="0" parTransId="{1F618426-E6BA-491C-AE99-D6023061B716}" sibTransId="{2F086D48-FD1A-460F-98C0-157870592E8A}"/>
    <dgm:cxn modelId="{489679E1-F79D-4799-A492-9413CDDDDF7E}" type="presParOf" srcId="{74C84D18-F4AC-40AD-B837-EF05A6EEFA2C}" destId="{FB290E02-E1DE-4ED6-93C5-7EA7B417F97E}" srcOrd="0" destOrd="0" presId="urn:microsoft.com/office/officeart/2008/layout/LinedList"/>
    <dgm:cxn modelId="{9DC1F86E-64EC-4F0C-AA9E-B4346330A0CE}" type="presParOf" srcId="{74C84D18-F4AC-40AD-B837-EF05A6EEFA2C}" destId="{76CB7E73-66DF-4A0D-8CDA-C51CED417ABA}" srcOrd="1" destOrd="0" presId="urn:microsoft.com/office/officeart/2008/layout/LinedList"/>
    <dgm:cxn modelId="{7EDA11FF-E6E1-4E9B-B572-FAF4DD472FE5}" type="presParOf" srcId="{76CB7E73-66DF-4A0D-8CDA-C51CED417ABA}" destId="{1DBA3E7C-6D21-4CAA-86A9-E6CFC05EA365}" srcOrd="0" destOrd="0" presId="urn:microsoft.com/office/officeart/2008/layout/LinedList"/>
    <dgm:cxn modelId="{65BE095B-711C-4960-A403-C594720D9367}" type="presParOf" srcId="{76CB7E73-66DF-4A0D-8CDA-C51CED417ABA}" destId="{068A5AF0-A061-424C-9B7A-440D4DDB9CF8}" srcOrd="1" destOrd="0" presId="urn:microsoft.com/office/officeart/2008/layout/LinedList"/>
    <dgm:cxn modelId="{A111E936-EAD6-405E-B84F-3B9C1DA27480}" type="presParOf" srcId="{74C84D18-F4AC-40AD-B837-EF05A6EEFA2C}" destId="{657FDD42-3F19-427B-B8B8-FE75B0531AAE}" srcOrd="2" destOrd="0" presId="urn:microsoft.com/office/officeart/2008/layout/LinedList"/>
    <dgm:cxn modelId="{B59D84DA-246C-40E8-AD2A-A46802E4B2CB}" type="presParOf" srcId="{74C84D18-F4AC-40AD-B837-EF05A6EEFA2C}" destId="{9F9B3CC8-FA26-4885-9DF0-98E5666A2D38}" srcOrd="3" destOrd="0" presId="urn:microsoft.com/office/officeart/2008/layout/LinedList"/>
    <dgm:cxn modelId="{CAA9FB67-1EE6-421F-84DC-8744A76C9D70}" type="presParOf" srcId="{9F9B3CC8-FA26-4885-9DF0-98E5666A2D38}" destId="{65D87CE5-472A-4A9B-B7E8-E698D0D5AB65}" srcOrd="0" destOrd="0" presId="urn:microsoft.com/office/officeart/2008/layout/LinedList"/>
    <dgm:cxn modelId="{84EDDA11-F02A-470C-A471-BCC21D4D3C18}" type="presParOf" srcId="{9F9B3CC8-FA26-4885-9DF0-98E5666A2D38}" destId="{08B8EFCE-B1B1-4229-92AB-27E4305EB2E0}" srcOrd="1" destOrd="0" presId="urn:microsoft.com/office/officeart/2008/layout/LinedList"/>
    <dgm:cxn modelId="{B76AAC06-CE20-4666-8B19-386AC84E06D7}" type="presParOf" srcId="{74C84D18-F4AC-40AD-B837-EF05A6EEFA2C}" destId="{B14FCEA6-DBEA-4CD9-9F73-280450A76B1B}" srcOrd="4" destOrd="0" presId="urn:microsoft.com/office/officeart/2008/layout/LinedList"/>
    <dgm:cxn modelId="{82D1DAD4-BA87-479F-9B84-1426D9AAB30B}" type="presParOf" srcId="{74C84D18-F4AC-40AD-B837-EF05A6EEFA2C}" destId="{73B2B29D-5F32-48DD-BA5C-7FEDD3854C6F}" srcOrd="5" destOrd="0" presId="urn:microsoft.com/office/officeart/2008/layout/LinedList"/>
    <dgm:cxn modelId="{1A1F09CC-E8CA-4B16-87CE-00BBE9B9C962}" type="presParOf" srcId="{73B2B29D-5F32-48DD-BA5C-7FEDD3854C6F}" destId="{D6E08631-A63C-469B-9FCD-981C054C9F78}" srcOrd="0" destOrd="0" presId="urn:microsoft.com/office/officeart/2008/layout/LinedList"/>
    <dgm:cxn modelId="{1CE9B796-CCCF-4BD5-8AE2-646E65AF39F5}" type="presParOf" srcId="{73B2B29D-5F32-48DD-BA5C-7FEDD3854C6F}" destId="{A119839E-D71C-4E46-B860-489733C8B9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A17365-3663-47FC-A93E-1AB4ABE3A9C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C778A4-EE62-42E4-B189-33F00D66A30E}">
      <dgm:prSet/>
      <dgm:spPr/>
      <dgm:t>
        <a:bodyPr/>
        <a:lstStyle/>
        <a:p>
          <a:r>
            <a:rPr lang="en-US" b="1" i="0" baseline="0"/>
            <a:t>Functie:</a:t>
          </a:r>
          <a:r>
            <a:rPr lang="en-US" b="0" i="0" baseline="0"/>
            <a:t> De onzichtbare schakel tussen de postbode en het archief.</a:t>
          </a:r>
          <a:endParaRPr lang="en-US"/>
        </a:p>
      </dgm:t>
    </dgm:pt>
    <dgm:pt modelId="{32A521ED-E8DD-43CF-9B95-048F347740A9}" type="parTrans" cxnId="{27C89377-A650-419A-8BBA-978304FC0C7E}">
      <dgm:prSet/>
      <dgm:spPr/>
      <dgm:t>
        <a:bodyPr/>
        <a:lstStyle/>
        <a:p>
          <a:endParaRPr lang="en-US"/>
        </a:p>
      </dgm:t>
    </dgm:pt>
    <dgm:pt modelId="{ABF21E31-2E52-41BB-B602-D1E60C6306F6}" type="sibTrans" cxnId="{27C89377-A650-419A-8BBA-978304FC0C7E}">
      <dgm:prSet/>
      <dgm:spPr/>
      <dgm:t>
        <a:bodyPr/>
        <a:lstStyle/>
        <a:p>
          <a:endParaRPr lang="en-US"/>
        </a:p>
      </dgm:t>
    </dgm:pt>
    <dgm:pt modelId="{C54A3488-87EA-467E-9E58-D81B87EE420D}">
      <dgm:prSet/>
      <dgm:spPr/>
      <dgm:t>
        <a:bodyPr/>
        <a:lstStyle/>
        <a:p>
          <a:r>
            <a:rPr lang="en-US" b="1" i="0" baseline="0"/>
            <a:t>Actie:</a:t>
          </a:r>
          <a:r>
            <a:rPr lang="en-US" b="0" i="0" baseline="0"/>
            <a:t> "Vangt" de MQTT-berichten op en vertaalt ze naar computertaal voor de database.</a:t>
          </a:r>
          <a:endParaRPr lang="en-US"/>
        </a:p>
      </dgm:t>
    </dgm:pt>
    <dgm:pt modelId="{2BB423D1-34E0-4456-9F3A-BFE41BB34765}" type="parTrans" cxnId="{C8EFB06E-DA47-4087-A795-612A0DE167F0}">
      <dgm:prSet/>
      <dgm:spPr/>
      <dgm:t>
        <a:bodyPr/>
        <a:lstStyle/>
        <a:p>
          <a:endParaRPr lang="en-US"/>
        </a:p>
      </dgm:t>
    </dgm:pt>
    <dgm:pt modelId="{FB140180-38F9-4300-A5CE-BF0FEBE32752}" type="sibTrans" cxnId="{C8EFB06E-DA47-4087-A795-612A0DE167F0}">
      <dgm:prSet/>
      <dgm:spPr/>
      <dgm:t>
        <a:bodyPr/>
        <a:lstStyle/>
        <a:p>
          <a:endParaRPr lang="en-US"/>
        </a:p>
      </dgm:t>
    </dgm:pt>
    <dgm:pt modelId="{0062E7D7-106E-4CD0-8CF7-0B0EBFDA174A}">
      <dgm:prSet/>
      <dgm:spPr/>
      <dgm:t>
        <a:bodyPr/>
        <a:lstStyle/>
        <a:p>
          <a:r>
            <a:rPr lang="en-US" b="1" i="0" baseline="0"/>
            <a:t>Automatisering:</a:t>
          </a:r>
          <a:r>
            <a:rPr lang="en-US" b="0" i="0" baseline="0"/>
            <a:t> Zorgt dat elke meting netjes in de juiste "rij" terechtkomt.</a:t>
          </a:r>
          <a:endParaRPr lang="en-US"/>
        </a:p>
      </dgm:t>
    </dgm:pt>
    <dgm:pt modelId="{1DDFB1E9-20B6-4ADA-8A1D-975FC5B271EF}" type="parTrans" cxnId="{B187AD79-E568-4C35-B17D-5CEFA26432DA}">
      <dgm:prSet/>
      <dgm:spPr/>
      <dgm:t>
        <a:bodyPr/>
        <a:lstStyle/>
        <a:p>
          <a:endParaRPr lang="en-US"/>
        </a:p>
      </dgm:t>
    </dgm:pt>
    <dgm:pt modelId="{0D2E35BE-493B-4007-AEB8-4C124DDD14ED}" type="sibTrans" cxnId="{B187AD79-E568-4C35-B17D-5CEFA26432DA}">
      <dgm:prSet/>
      <dgm:spPr/>
      <dgm:t>
        <a:bodyPr/>
        <a:lstStyle/>
        <a:p>
          <a:endParaRPr lang="en-US"/>
        </a:p>
      </dgm:t>
    </dgm:pt>
    <dgm:pt modelId="{9F93E2BC-1C75-4C84-9329-B117923CDBE7}" type="pres">
      <dgm:prSet presAssocID="{95A17365-3663-47FC-A93E-1AB4ABE3A9C0}" presName="vert0" presStyleCnt="0">
        <dgm:presLayoutVars>
          <dgm:dir/>
          <dgm:animOne val="branch"/>
          <dgm:animLvl val="lvl"/>
        </dgm:presLayoutVars>
      </dgm:prSet>
      <dgm:spPr/>
    </dgm:pt>
    <dgm:pt modelId="{6592DF82-E0F4-4090-AB37-441D703D3701}" type="pres">
      <dgm:prSet presAssocID="{19C778A4-EE62-42E4-B189-33F00D66A30E}" presName="thickLine" presStyleLbl="alignNode1" presStyleIdx="0" presStyleCnt="3"/>
      <dgm:spPr/>
    </dgm:pt>
    <dgm:pt modelId="{4008F95F-77EC-4BC5-90EE-36EDD2D55620}" type="pres">
      <dgm:prSet presAssocID="{19C778A4-EE62-42E4-B189-33F00D66A30E}" presName="horz1" presStyleCnt="0"/>
      <dgm:spPr/>
    </dgm:pt>
    <dgm:pt modelId="{37C96FC5-CB3F-4CBB-BFB5-3E07A7E2D5F9}" type="pres">
      <dgm:prSet presAssocID="{19C778A4-EE62-42E4-B189-33F00D66A30E}" presName="tx1" presStyleLbl="revTx" presStyleIdx="0" presStyleCnt="3"/>
      <dgm:spPr/>
    </dgm:pt>
    <dgm:pt modelId="{4A88AD28-50E6-4AAF-BC72-19FD265B46C6}" type="pres">
      <dgm:prSet presAssocID="{19C778A4-EE62-42E4-B189-33F00D66A30E}" presName="vert1" presStyleCnt="0"/>
      <dgm:spPr/>
    </dgm:pt>
    <dgm:pt modelId="{ACFAD2D6-038A-4E33-AFC1-74D04617F7E9}" type="pres">
      <dgm:prSet presAssocID="{C54A3488-87EA-467E-9E58-D81B87EE420D}" presName="thickLine" presStyleLbl="alignNode1" presStyleIdx="1" presStyleCnt="3"/>
      <dgm:spPr/>
    </dgm:pt>
    <dgm:pt modelId="{70BB7B8F-3D2D-472B-BE6E-52769A233592}" type="pres">
      <dgm:prSet presAssocID="{C54A3488-87EA-467E-9E58-D81B87EE420D}" presName="horz1" presStyleCnt="0"/>
      <dgm:spPr/>
    </dgm:pt>
    <dgm:pt modelId="{FF929F9A-00D9-45B2-893C-3791D13554E4}" type="pres">
      <dgm:prSet presAssocID="{C54A3488-87EA-467E-9E58-D81B87EE420D}" presName="tx1" presStyleLbl="revTx" presStyleIdx="1" presStyleCnt="3"/>
      <dgm:spPr/>
    </dgm:pt>
    <dgm:pt modelId="{12E5DE1C-9691-4CEC-B784-F21C2D6C7E25}" type="pres">
      <dgm:prSet presAssocID="{C54A3488-87EA-467E-9E58-D81B87EE420D}" presName="vert1" presStyleCnt="0"/>
      <dgm:spPr/>
    </dgm:pt>
    <dgm:pt modelId="{6BF3BC75-1DBC-452F-84FB-C2FD84C34AF1}" type="pres">
      <dgm:prSet presAssocID="{0062E7D7-106E-4CD0-8CF7-0B0EBFDA174A}" presName="thickLine" presStyleLbl="alignNode1" presStyleIdx="2" presStyleCnt="3"/>
      <dgm:spPr/>
    </dgm:pt>
    <dgm:pt modelId="{444B4CE8-8B37-4F8A-A7DD-8EF9D965AC14}" type="pres">
      <dgm:prSet presAssocID="{0062E7D7-106E-4CD0-8CF7-0B0EBFDA174A}" presName="horz1" presStyleCnt="0"/>
      <dgm:spPr/>
    </dgm:pt>
    <dgm:pt modelId="{4260C2BE-BAB6-479A-9128-30EF04D9A7A3}" type="pres">
      <dgm:prSet presAssocID="{0062E7D7-106E-4CD0-8CF7-0B0EBFDA174A}" presName="tx1" presStyleLbl="revTx" presStyleIdx="2" presStyleCnt="3"/>
      <dgm:spPr/>
    </dgm:pt>
    <dgm:pt modelId="{C95A8740-192D-4CA2-99F9-C26BB2896C4B}" type="pres">
      <dgm:prSet presAssocID="{0062E7D7-106E-4CD0-8CF7-0B0EBFDA174A}" presName="vert1" presStyleCnt="0"/>
      <dgm:spPr/>
    </dgm:pt>
  </dgm:ptLst>
  <dgm:cxnLst>
    <dgm:cxn modelId="{4765E816-02F3-467B-980B-8F253CE0E4FF}" type="presOf" srcId="{19C778A4-EE62-42E4-B189-33F00D66A30E}" destId="{37C96FC5-CB3F-4CBB-BFB5-3E07A7E2D5F9}" srcOrd="0" destOrd="0" presId="urn:microsoft.com/office/officeart/2008/layout/LinedList"/>
    <dgm:cxn modelId="{C8EFB06E-DA47-4087-A795-612A0DE167F0}" srcId="{95A17365-3663-47FC-A93E-1AB4ABE3A9C0}" destId="{C54A3488-87EA-467E-9E58-D81B87EE420D}" srcOrd="1" destOrd="0" parTransId="{2BB423D1-34E0-4456-9F3A-BFE41BB34765}" sibTransId="{FB140180-38F9-4300-A5CE-BF0FEBE32752}"/>
    <dgm:cxn modelId="{20644274-EC62-4735-853A-A361BF9B6D53}" type="presOf" srcId="{0062E7D7-106E-4CD0-8CF7-0B0EBFDA174A}" destId="{4260C2BE-BAB6-479A-9128-30EF04D9A7A3}" srcOrd="0" destOrd="0" presId="urn:microsoft.com/office/officeart/2008/layout/LinedList"/>
    <dgm:cxn modelId="{27C89377-A650-419A-8BBA-978304FC0C7E}" srcId="{95A17365-3663-47FC-A93E-1AB4ABE3A9C0}" destId="{19C778A4-EE62-42E4-B189-33F00D66A30E}" srcOrd="0" destOrd="0" parTransId="{32A521ED-E8DD-43CF-9B95-048F347740A9}" sibTransId="{ABF21E31-2E52-41BB-B602-D1E60C6306F6}"/>
    <dgm:cxn modelId="{B187AD79-E568-4C35-B17D-5CEFA26432DA}" srcId="{95A17365-3663-47FC-A93E-1AB4ABE3A9C0}" destId="{0062E7D7-106E-4CD0-8CF7-0B0EBFDA174A}" srcOrd="2" destOrd="0" parTransId="{1DDFB1E9-20B6-4ADA-8A1D-975FC5B271EF}" sibTransId="{0D2E35BE-493B-4007-AEB8-4C124DDD14ED}"/>
    <dgm:cxn modelId="{34D46897-2B70-48E8-BF5E-880548F130A5}" type="presOf" srcId="{95A17365-3663-47FC-A93E-1AB4ABE3A9C0}" destId="{9F93E2BC-1C75-4C84-9329-B117923CDBE7}" srcOrd="0" destOrd="0" presId="urn:microsoft.com/office/officeart/2008/layout/LinedList"/>
    <dgm:cxn modelId="{9ECFDBE8-85DF-4378-9037-2A11522A4F4A}" type="presOf" srcId="{C54A3488-87EA-467E-9E58-D81B87EE420D}" destId="{FF929F9A-00D9-45B2-893C-3791D13554E4}" srcOrd="0" destOrd="0" presId="urn:microsoft.com/office/officeart/2008/layout/LinedList"/>
    <dgm:cxn modelId="{59EBD7F1-1E46-49C4-ACF2-76635FE6C5F4}" type="presParOf" srcId="{9F93E2BC-1C75-4C84-9329-B117923CDBE7}" destId="{6592DF82-E0F4-4090-AB37-441D703D3701}" srcOrd="0" destOrd="0" presId="urn:microsoft.com/office/officeart/2008/layout/LinedList"/>
    <dgm:cxn modelId="{9BDB42DE-9D32-41C7-83B3-BD0605C6F9B6}" type="presParOf" srcId="{9F93E2BC-1C75-4C84-9329-B117923CDBE7}" destId="{4008F95F-77EC-4BC5-90EE-36EDD2D55620}" srcOrd="1" destOrd="0" presId="urn:microsoft.com/office/officeart/2008/layout/LinedList"/>
    <dgm:cxn modelId="{9B6B6CEC-E582-4C65-9BC1-FC4609678B5B}" type="presParOf" srcId="{4008F95F-77EC-4BC5-90EE-36EDD2D55620}" destId="{37C96FC5-CB3F-4CBB-BFB5-3E07A7E2D5F9}" srcOrd="0" destOrd="0" presId="urn:microsoft.com/office/officeart/2008/layout/LinedList"/>
    <dgm:cxn modelId="{012EED87-6EC4-4E54-A0DD-255B29873EE2}" type="presParOf" srcId="{4008F95F-77EC-4BC5-90EE-36EDD2D55620}" destId="{4A88AD28-50E6-4AAF-BC72-19FD265B46C6}" srcOrd="1" destOrd="0" presId="urn:microsoft.com/office/officeart/2008/layout/LinedList"/>
    <dgm:cxn modelId="{E0A55D7E-9E9C-48B3-A902-9096339E1471}" type="presParOf" srcId="{9F93E2BC-1C75-4C84-9329-B117923CDBE7}" destId="{ACFAD2D6-038A-4E33-AFC1-74D04617F7E9}" srcOrd="2" destOrd="0" presId="urn:microsoft.com/office/officeart/2008/layout/LinedList"/>
    <dgm:cxn modelId="{0F202F09-12D2-4E50-9FB6-7BF9EF3B770D}" type="presParOf" srcId="{9F93E2BC-1C75-4C84-9329-B117923CDBE7}" destId="{70BB7B8F-3D2D-472B-BE6E-52769A233592}" srcOrd="3" destOrd="0" presId="urn:microsoft.com/office/officeart/2008/layout/LinedList"/>
    <dgm:cxn modelId="{353A3377-BA12-4378-A723-9261BB366625}" type="presParOf" srcId="{70BB7B8F-3D2D-472B-BE6E-52769A233592}" destId="{FF929F9A-00D9-45B2-893C-3791D13554E4}" srcOrd="0" destOrd="0" presId="urn:microsoft.com/office/officeart/2008/layout/LinedList"/>
    <dgm:cxn modelId="{555E98D2-1C0B-46E8-AECD-A188FBB7E121}" type="presParOf" srcId="{70BB7B8F-3D2D-472B-BE6E-52769A233592}" destId="{12E5DE1C-9691-4CEC-B784-F21C2D6C7E25}" srcOrd="1" destOrd="0" presId="urn:microsoft.com/office/officeart/2008/layout/LinedList"/>
    <dgm:cxn modelId="{1441695D-D1DB-4380-B0F5-6A4CB492C2CF}" type="presParOf" srcId="{9F93E2BC-1C75-4C84-9329-B117923CDBE7}" destId="{6BF3BC75-1DBC-452F-84FB-C2FD84C34AF1}" srcOrd="4" destOrd="0" presId="urn:microsoft.com/office/officeart/2008/layout/LinedList"/>
    <dgm:cxn modelId="{4DF17390-5ED1-42E5-AC54-21D8E86F8294}" type="presParOf" srcId="{9F93E2BC-1C75-4C84-9329-B117923CDBE7}" destId="{444B4CE8-8B37-4F8A-A7DD-8EF9D965AC14}" srcOrd="5" destOrd="0" presId="urn:microsoft.com/office/officeart/2008/layout/LinedList"/>
    <dgm:cxn modelId="{F46DE4E4-C6B6-4BE4-8927-F0BFBEB14A64}" type="presParOf" srcId="{444B4CE8-8B37-4F8A-A7DD-8EF9D965AC14}" destId="{4260C2BE-BAB6-479A-9128-30EF04D9A7A3}" srcOrd="0" destOrd="0" presId="urn:microsoft.com/office/officeart/2008/layout/LinedList"/>
    <dgm:cxn modelId="{F2F5C773-A2AC-45C6-8C2D-FBD234D3EEA4}" type="presParOf" srcId="{444B4CE8-8B37-4F8A-A7DD-8EF9D965AC14}" destId="{C95A8740-192D-4CA2-99F9-C26BB2896C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D73155-67C2-49B3-B2F7-43FC8E34945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651475-66E4-4E88-8D7A-9AA65818FB9E}">
      <dgm:prSet/>
      <dgm:spPr/>
      <dgm:t>
        <a:bodyPr/>
        <a:lstStyle/>
        <a:p>
          <a:r>
            <a:rPr lang="en-US" b="1" i="0" baseline="0"/>
            <a:t>Type:</a:t>
          </a:r>
          <a:r>
            <a:rPr lang="en-US" b="0" i="0" baseline="0"/>
            <a:t> </a:t>
          </a:r>
          <a:r>
            <a:rPr lang="en-US" b="0" i="1" baseline="0"/>
            <a:t>Time Series Database</a:t>
          </a:r>
          <a:r>
            <a:rPr lang="en-US" b="0" i="0" baseline="0"/>
            <a:t> (geoptimaliseerd voor tijd).</a:t>
          </a:r>
          <a:endParaRPr lang="en-US"/>
        </a:p>
      </dgm:t>
    </dgm:pt>
    <dgm:pt modelId="{E94EC75A-7F42-402B-85A8-DE59C771577D}" type="parTrans" cxnId="{43EF31FD-164B-4041-BCAE-372FFC61F647}">
      <dgm:prSet/>
      <dgm:spPr/>
      <dgm:t>
        <a:bodyPr/>
        <a:lstStyle/>
        <a:p>
          <a:endParaRPr lang="en-US"/>
        </a:p>
      </dgm:t>
    </dgm:pt>
    <dgm:pt modelId="{1E3F3C0F-3941-4A16-B196-C6F951546CBC}" type="sibTrans" cxnId="{43EF31FD-164B-4041-BCAE-372FFC61F647}">
      <dgm:prSet/>
      <dgm:spPr/>
      <dgm:t>
        <a:bodyPr/>
        <a:lstStyle/>
        <a:p>
          <a:endParaRPr lang="en-US"/>
        </a:p>
      </dgm:t>
    </dgm:pt>
    <dgm:pt modelId="{69F4485E-351F-4767-8491-B5B3211B0869}">
      <dgm:prSet/>
      <dgm:spPr/>
      <dgm:t>
        <a:bodyPr/>
        <a:lstStyle/>
        <a:p>
          <a:r>
            <a:rPr lang="en-US" b="1" i="0" baseline="0"/>
            <a:t>Kenmerk:</a:t>
          </a:r>
          <a:r>
            <a:rPr lang="en-US" b="0" i="0" baseline="0"/>
            <a:t> Koppelt elke temperatuur aan een exact </a:t>
          </a:r>
          <a:r>
            <a:rPr lang="en-US" b="1" i="0" baseline="0"/>
            <a:t>tijdstempel</a:t>
          </a:r>
          <a:r>
            <a:rPr lang="en-US" b="0" i="0" baseline="0"/>
            <a:t>.</a:t>
          </a:r>
          <a:endParaRPr lang="en-US"/>
        </a:p>
      </dgm:t>
    </dgm:pt>
    <dgm:pt modelId="{A71ED46F-62B7-404B-8C48-ABCF728B08F9}" type="parTrans" cxnId="{6879E75D-6F06-4CD7-9FCF-DC11B04618F8}">
      <dgm:prSet/>
      <dgm:spPr/>
      <dgm:t>
        <a:bodyPr/>
        <a:lstStyle/>
        <a:p>
          <a:endParaRPr lang="en-US"/>
        </a:p>
      </dgm:t>
    </dgm:pt>
    <dgm:pt modelId="{EF5865B0-74DF-4269-AAA9-4067B459143C}" type="sibTrans" cxnId="{6879E75D-6F06-4CD7-9FCF-DC11B04618F8}">
      <dgm:prSet/>
      <dgm:spPr/>
      <dgm:t>
        <a:bodyPr/>
        <a:lstStyle/>
        <a:p>
          <a:endParaRPr lang="en-US"/>
        </a:p>
      </dgm:t>
    </dgm:pt>
    <dgm:pt modelId="{8AE97F6E-6D2D-4444-8176-ADF4F822B0AF}">
      <dgm:prSet/>
      <dgm:spPr/>
      <dgm:t>
        <a:bodyPr/>
        <a:lstStyle/>
        <a:p>
          <a:r>
            <a:rPr lang="en-US" b="1" i="0" baseline="0"/>
            <a:t>Geheugen:</a:t>
          </a:r>
          <a:r>
            <a:rPr lang="en-US" b="0" i="0" baseline="0"/>
            <a:t> Bewaart alle historische data zodat we grafieken van vroeger kunnen maken.</a:t>
          </a:r>
          <a:endParaRPr lang="en-US"/>
        </a:p>
      </dgm:t>
    </dgm:pt>
    <dgm:pt modelId="{D27AE073-3632-49CE-895B-2F020FBFEAB3}" type="parTrans" cxnId="{C94039B9-D6C1-4BF2-8389-F0F46B95E5C1}">
      <dgm:prSet/>
      <dgm:spPr/>
      <dgm:t>
        <a:bodyPr/>
        <a:lstStyle/>
        <a:p>
          <a:endParaRPr lang="en-US"/>
        </a:p>
      </dgm:t>
    </dgm:pt>
    <dgm:pt modelId="{94A6A20F-A6EA-4CF4-B417-0EF328F29562}" type="sibTrans" cxnId="{C94039B9-D6C1-4BF2-8389-F0F46B95E5C1}">
      <dgm:prSet/>
      <dgm:spPr/>
      <dgm:t>
        <a:bodyPr/>
        <a:lstStyle/>
        <a:p>
          <a:endParaRPr lang="en-US"/>
        </a:p>
      </dgm:t>
    </dgm:pt>
    <dgm:pt modelId="{DCB5FC6F-F914-456E-9395-41DB1DEBE24D}" type="pres">
      <dgm:prSet presAssocID="{ECD73155-67C2-49B3-B2F7-43FC8E349455}" presName="vert0" presStyleCnt="0">
        <dgm:presLayoutVars>
          <dgm:dir/>
          <dgm:animOne val="branch"/>
          <dgm:animLvl val="lvl"/>
        </dgm:presLayoutVars>
      </dgm:prSet>
      <dgm:spPr/>
    </dgm:pt>
    <dgm:pt modelId="{A000AEBF-7739-4F07-ADA9-BF8E5F1FB3F8}" type="pres">
      <dgm:prSet presAssocID="{03651475-66E4-4E88-8D7A-9AA65818FB9E}" presName="thickLine" presStyleLbl="alignNode1" presStyleIdx="0" presStyleCnt="3"/>
      <dgm:spPr/>
    </dgm:pt>
    <dgm:pt modelId="{3A84AEE4-5A08-47EA-BCD8-0A2F397D51C3}" type="pres">
      <dgm:prSet presAssocID="{03651475-66E4-4E88-8D7A-9AA65818FB9E}" presName="horz1" presStyleCnt="0"/>
      <dgm:spPr/>
    </dgm:pt>
    <dgm:pt modelId="{57541BA7-5AB3-4CBC-9612-4565A7037705}" type="pres">
      <dgm:prSet presAssocID="{03651475-66E4-4E88-8D7A-9AA65818FB9E}" presName="tx1" presStyleLbl="revTx" presStyleIdx="0" presStyleCnt="3"/>
      <dgm:spPr/>
    </dgm:pt>
    <dgm:pt modelId="{2F490AB6-5B78-4D99-8243-B31026707AE6}" type="pres">
      <dgm:prSet presAssocID="{03651475-66E4-4E88-8D7A-9AA65818FB9E}" presName="vert1" presStyleCnt="0"/>
      <dgm:spPr/>
    </dgm:pt>
    <dgm:pt modelId="{A337B7A5-0E26-421E-9A40-38731C36EA2C}" type="pres">
      <dgm:prSet presAssocID="{69F4485E-351F-4767-8491-B5B3211B0869}" presName="thickLine" presStyleLbl="alignNode1" presStyleIdx="1" presStyleCnt="3"/>
      <dgm:spPr/>
    </dgm:pt>
    <dgm:pt modelId="{297B8B58-8787-4226-BF44-346A2C718492}" type="pres">
      <dgm:prSet presAssocID="{69F4485E-351F-4767-8491-B5B3211B0869}" presName="horz1" presStyleCnt="0"/>
      <dgm:spPr/>
    </dgm:pt>
    <dgm:pt modelId="{F56ACC82-DA3C-4173-93D0-1907AEE52C69}" type="pres">
      <dgm:prSet presAssocID="{69F4485E-351F-4767-8491-B5B3211B0869}" presName="tx1" presStyleLbl="revTx" presStyleIdx="1" presStyleCnt="3"/>
      <dgm:spPr/>
    </dgm:pt>
    <dgm:pt modelId="{647E4539-8400-4440-B1A6-73646FAA137B}" type="pres">
      <dgm:prSet presAssocID="{69F4485E-351F-4767-8491-B5B3211B0869}" presName="vert1" presStyleCnt="0"/>
      <dgm:spPr/>
    </dgm:pt>
    <dgm:pt modelId="{68D9D44D-9EC3-495D-8E87-321EC38F02D1}" type="pres">
      <dgm:prSet presAssocID="{8AE97F6E-6D2D-4444-8176-ADF4F822B0AF}" presName="thickLine" presStyleLbl="alignNode1" presStyleIdx="2" presStyleCnt="3"/>
      <dgm:spPr/>
    </dgm:pt>
    <dgm:pt modelId="{BED56294-EC91-4508-8FDC-665EB7B69A42}" type="pres">
      <dgm:prSet presAssocID="{8AE97F6E-6D2D-4444-8176-ADF4F822B0AF}" presName="horz1" presStyleCnt="0"/>
      <dgm:spPr/>
    </dgm:pt>
    <dgm:pt modelId="{AA12FC61-0712-43A9-A564-56AFBE20CC50}" type="pres">
      <dgm:prSet presAssocID="{8AE97F6E-6D2D-4444-8176-ADF4F822B0AF}" presName="tx1" presStyleLbl="revTx" presStyleIdx="2" presStyleCnt="3"/>
      <dgm:spPr/>
    </dgm:pt>
    <dgm:pt modelId="{AD2A0A36-B22F-429C-8D4D-7F58F3EC271F}" type="pres">
      <dgm:prSet presAssocID="{8AE97F6E-6D2D-4444-8176-ADF4F822B0AF}" presName="vert1" presStyleCnt="0"/>
      <dgm:spPr/>
    </dgm:pt>
  </dgm:ptLst>
  <dgm:cxnLst>
    <dgm:cxn modelId="{5F7FB426-9FBD-4E2C-9A06-7ECF2D546529}" type="presOf" srcId="{69F4485E-351F-4767-8491-B5B3211B0869}" destId="{F56ACC82-DA3C-4173-93D0-1907AEE52C69}" srcOrd="0" destOrd="0" presId="urn:microsoft.com/office/officeart/2008/layout/LinedList"/>
    <dgm:cxn modelId="{6879E75D-6F06-4CD7-9FCF-DC11B04618F8}" srcId="{ECD73155-67C2-49B3-B2F7-43FC8E349455}" destId="{69F4485E-351F-4767-8491-B5B3211B0869}" srcOrd="1" destOrd="0" parTransId="{A71ED46F-62B7-404B-8C48-ABCF728B08F9}" sibTransId="{EF5865B0-74DF-4269-AAA9-4067B459143C}"/>
    <dgm:cxn modelId="{D3BA8562-75F4-4C74-86B5-588BFB4195A0}" type="presOf" srcId="{ECD73155-67C2-49B3-B2F7-43FC8E349455}" destId="{DCB5FC6F-F914-456E-9395-41DB1DEBE24D}" srcOrd="0" destOrd="0" presId="urn:microsoft.com/office/officeart/2008/layout/LinedList"/>
    <dgm:cxn modelId="{9DD04488-2AFF-471C-B0CE-85AEF6ABA0FB}" type="presOf" srcId="{03651475-66E4-4E88-8D7A-9AA65818FB9E}" destId="{57541BA7-5AB3-4CBC-9612-4565A7037705}" srcOrd="0" destOrd="0" presId="urn:microsoft.com/office/officeart/2008/layout/LinedList"/>
    <dgm:cxn modelId="{C94039B9-D6C1-4BF2-8389-F0F46B95E5C1}" srcId="{ECD73155-67C2-49B3-B2F7-43FC8E349455}" destId="{8AE97F6E-6D2D-4444-8176-ADF4F822B0AF}" srcOrd="2" destOrd="0" parTransId="{D27AE073-3632-49CE-895B-2F020FBFEAB3}" sibTransId="{94A6A20F-A6EA-4CF4-B417-0EF328F29562}"/>
    <dgm:cxn modelId="{21F097DE-586C-48D8-8F97-B7043543FB17}" type="presOf" srcId="{8AE97F6E-6D2D-4444-8176-ADF4F822B0AF}" destId="{AA12FC61-0712-43A9-A564-56AFBE20CC50}" srcOrd="0" destOrd="0" presId="urn:microsoft.com/office/officeart/2008/layout/LinedList"/>
    <dgm:cxn modelId="{43EF31FD-164B-4041-BCAE-372FFC61F647}" srcId="{ECD73155-67C2-49B3-B2F7-43FC8E349455}" destId="{03651475-66E4-4E88-8D7A-9AA65818FB9E}" srcOrd="0" destOrd="0" parTransId="{E94EC75A-7F42-402B-85A8-DE59C771577D}" sibTransId="{1E3F3C0F-3941-4A16-B196-C6F951546CBC}"/>
    <dgm:cxn modelId="{367A659A-0B66-4CB8-A4A5-99B1D69CFC97}" type="presParOf" srcId="{DCB5FC6F-F914-456E-9395-41DB1DEBE24D}" destId="{A000AEBF-7739-4F07-ADA9-BF8E5F1FB3F8}" srcOrd="0" destOrd="0" presId="urn:microsoft.com/office/officeart/2008/layout/LinedList"/>
    <dgm:cxn modelId="{5C4F240E-67D8-475B-8FE0-0B997F93B462}" type="presParOf" srcId="{DCB5FC6F-F914-456E-9395-41DB1DEBE24D}" destId="{3A84AEE4-5A08-47EA-BCD8-0A2F397D51C3}" srcOrd="1" destOrd="0" presId="urn:microsoft.com/office/officeart/2008/layout/LinedList"/>
    <dgm:cxn modelId="{ABC845F1-C694-40B5-B91F-19F58D67458E}" type="presParOf" srcId="{3A84AEE4-5A08-47EA-BCD8-0A2F397D51C3}" destId="{57541BA7-5AB3-4CBC-9612-4565A7037705}" srcOrd="0" destOrd="0" presId="urn:microsoft.com/office/officeart/2008/layout/LinedList"/>
    <dgm:cxn modelId="{B739DF27-DA4D-4C35-978C-C9FC9499C2FE}" type="presParOf" srcId="{3A84AEE4-5A08-47EA-BCD8-0A2F397D51C3}" destId="{2F490AB6-5B78-4D99-8243-B31026707AE6}" srcOrd="1" destOrd="0" presId="urn:microsoft.com/office/officeart/2008/layout/LinedList"/>
    <dgm:cxn modelId="{9CAEF595-50E2-42B1-822E-E42FF6BF7AF6}" type="presParOf" srcId="{DCB5FC6F-F914-456E-9395-41DB1DEBE24D}" destId="{A337B7A5-0E26-421E-9A40-38731C36EA2C}" srcOrd="2" destOrd="0" presId="urn:microsoft.com/office/officeart/2008/layout/LinedList"/>
    <dgm:cxn modelId="{8E9DE9BF-1A66-4DAF-986A-0FC237098E2F}" type="presParOf" srcId="{DCB5FC6F-F914-456E-9395-41DB1DEBE24D}" destId="{297B8B58-8787-4226-BF44-346A2C718492}" srcOrd="3" destOrd="0" presId="urn:microsoft.com/office/officeart/2008/layout/LinedList"/>
    <dgm:cxn modelId="{10E3D31E-E766-47D1-A435-05CEFBB702FF}" type="presParOf" srcId="{297B8B58-8787-4226-BF44-346A2C718492}" destId="{F56ACC82-DA3C-4173-93D0-1907AEE52C69}" srcOrd="0" destOrd="0" presId="urn:microsoft.com/office/officeart/2008/layout/LinedList"/>
    <dgm:cxn modelId="{F8CB222A-9925-4382-8E0E-68A464CB02B8}" type="presParOf" srcId="{297B8B58-8787-4226-BF44-346A2C718492}" destId="{647E4539-8400-4440-B1A6-73646FAA137B}" srcOrd="1" destOrd="0" presId="urn:microsoft.com/office/officeart/2008/layout/LinedList"/>
    <dgm:cxn modelId="{20622F5C-F757-474D-A26F-386CAD9F72DC}" type="presParOf" srcId="{DCB5FC6F-F914-456E-9395-41DB1DEBE24D}" destId="{68D9D44D-9EC3-495D-8E87-321EC38F02D1}" srcOrd="4" destOrd="0" presId="urn:microsoft.com/office/officeart/2008/layout/LinedList"/>
    <dgm:cxn modelId="{F074737C-721C-47A5-B3DD-89900FD3BDE9}" type="presParOf" srcId="{DCB5FC6F-F914-456E-9395-41DB1DEBE24D}" destId="{BED56294-EC91-4508-8FDC-665EB7B69A42}" srcOrd="5" destOrd="0" presId="urn:microsoft.com/office/officeart/2008/layout/LinedList"/>
    <dgm:cxn modelId="{794A61CE-EB17-48B1-BFE3-4948441FAC20}" type="presParOf" srcId="{BED56294-EC91-4508-8FDC-665EB7B69A42}" destId="{AA12FC61-0712-43A9-A564-56AFBE20CC50}" srcOrd="0" destOrd="0" presId="urn:microsoft.com/office/officeart/2008/layout/LinedList"/>
    <dgm:cxn modelId="{EACF6173-A1CF-4C31-899A-260725D29645}" type="presParOf" srcId="{BED56294-EC91-4508-8FDC-665EB7B69A42}" destId="{AD2A0A36-B22F-429C-8D4D-7F58F3EC27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D73090-1A27-4127-9538-BE9957DBA6A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B0E9A5-D964-454D-A766-8B729905A5AD}">
      <dgm:prSet/>
      <dgm:spPr/>
      <dgm:t>
        <a:bodyPr/>
        <a:lstStyle/>
        <a:p>
          <a:r>
            <a:rPr lang="en-US" b="1" i="0" baseline="0"/>
            <a:t>Functie:</a:t>
          </a:r>
          <a:r>
            <a:rPr lang="en-US" b="0" i="0" baseline="0"/>
            <a:t> De visuele presentatielaag in de browser.</a:t>
          </a:r>
          <a:endParaRPr lang="en-US"/>
        </a:p>
      </dgm:t>
    </dgm:pt>
    <dgm:pt modelId="{F6C5C67E-9100-4836-B64D-39A7261B4F17}" type="parTrans" cxnId="{CE99D9B6-F3E1-42C9-8448-DAFA473EEEB8}">
      <dgm:prSet/>
      <dgm:spPr/>
      <dgm:t>
        <a:bodyPr/>
        <a:lstStyle/>
        <a:p>
          <a:endParaRPr lang="en-US"/>
        </a:p>
      </dgm:t>
    </dgm:pt>
    <dgm:pt modelId="{E421A944-8889-4EAE-8307-ABD2D89E87C9}" type="sibTrans" cxnId="{CE99D9B6-F3E1-42C9-8448-DAFA473EEEB8}">
      <dgm:prSet/>
      <dgm:spPr/>
      <dgm:t>
        <a:bodyPr/>
        <a:lstStyle/>
        <a:p>
          <a:endParaRPr lang="en-US"/>
        </a:p>
      </dgm:t>
    </dgm:pt>
    <dgm:pt modelId="{81959B55-C244-49CE-B92F-58F17DABF289}">
      <dgm:prSet/>
      <dgm:spPr/>
      <dgm:t>
        <a:bodyPr/>
        <a:lstStyle/>
        <a:p>
          <a:r>
            <a:rPr lang="en-US" b="1" i="0" baseline="0"/>
            <a:t>Actie:</a:t>
          </a:r>
          <a:r>
            <a:rPr lang="en-US" b="0" i="0" baseline="0"/>
            <a:t> Haalt de cijfers uit InfluxDB en tekent ze als meters en lijnen.</a:t>
          </a:r>
          <a:endParaRPr lang="en-US"/>
        </a:p>
      </dgm:t>
    </dgm:pt>
    <dgm:pt modelId="{D7BBB343-B464-4326-9E4F-378C105FE5C0}" type="parTrans" cxnId="{7D4A6F88-5112-44BF-93BB-EA4A25EC67CB}">
      <dgm:prSet/>
      <dgm:spPr/>
      <dgm:t>
        <a:bodyPr/>
        <a:lstStyle/>
        <a:p>
          <a:endParaRPr lang="en-US"/>
        </a:p>
      </dgm:t>
    </dgm:pt>
    <dgm:pt modelId="{0C3739F7-09B6-4303-9100-CD93C166199C}" type="sibTrans" cxnId="{7D4A6F88-5112-44BF-93BB-EA4A25EC67CB}">
      <dgm:prSet/>
      <dgm:spPr/>
      <dgm:t>
        <a:bodyPr/>
        <a:lstStyle/>
        <a:p>
          <a:endParaRPr lang="en-US"/>
        </a:p>
      </dgm:t>
    </dgm:pt>
    <dgm:pt modelId="{90470354-0694-4D6C-A940-D2A87B049B78}">
      <dgm:prSet/>
      <dgm:spPr/>
      <dgm:t>
        <a:bodyPr/>
        <a:lstStyle/>
        <a:p>
          <a:r>
            <a:rPr lang="en-US" b="1" i="0" baseline="0"/>
            <a:t>Inzicht:</a:t>
          </a:r>
          <a:r>
            <a:rPr lang="en-US" b="0" i="0" baseline="0"/>
            <a:t> Maakt de data begrijpelijk voor mensen (bijv. rode kleur bij hitte).</a:t>
          </a:r>
          <a:endParaRPr lang="en-US"/>
        </a:p>
      </dgm:t>
    </dgm:pt>
    <dgm:pt modelId="{D371CA09-F0C2-49C3-9CEC-7CAF705E3105}" type="parTrans" cxnId="{CE2C6323-3275-402C-A435-C4C37EA42D02}">
      <dgm:prSet/>
      <dgm:spPr/>
      <dgm:t>
        <a:bodyPr/>
        <a:lstStyle/>
        <a:p>
          <a:endParaRPr lang="en-US"/>
        </a:p>
      </dgm:t>
    </dgm:pt>
    <dgm:pt modelId="{4A043DEA-1CC6-4542-BF4C-2B883C3B3EA5}" type="sibTrans" cxnId="{CE2C6323-3275-402C-A435-C4C37EA42D02}">
      <dgm:prSet/>
      <dgm:spPr/>
      <dgm:t>
        <a:bodyPr/>
        <a:lstStyle/>
        <a:p>
          <a:endParaRPr lang="en-US"/>
        </a:p>
      </dgm:t>
    </dgm:pt>
    <dgm:pt modelId="{D4F2B4BC-5B2A-4D9C-A3DD-1FCED9C927BF}" type="pres">
      <dgm:prSet presAssocID="{28D73090-1A27-4127-9538-BE9957DBA6AF}" presName="vert0" presStyleCnt="0">
        <dgm:presLayoutVars>
          <dgm:dir/>
          <dgm:animOne val="branch"/>
          <dgm:animLvl val="lvl"/>
        </dgm:presLayoutVars>
      </dgm:prSet>
      <dgm:spPr/>
    </dgm:pt>
    <dgm:pt modelId="{5DA282C7-EC63-4721-810C-27AA95964B5C}" type="pres">
      <dgm:prSet presAssocID="{A6B0E9A5-D964-454D-A766-8B729905A5AD}" presName="thickLine" presStyleLbl="alignNode1" presStyleIdx="0" presStyleCnt="3"/>
      <dgm:spPr/>
    </dgm:pt>
    <dgm:pt modelId="{6A5B785A-BB26-4D2F-BAFD-13CC8FC6FBEF}" type="pres">
      <dgm:prSet presAssocID="{A6B0E9A5-D964-454D-A766-8B729905A5AD}" presName="horz1" presStyleCnt="0"/>
      <dgm:spPr/>
    </dgm:pt>
    <dgm:pt modelId="{BC27DB96-635C-4BD8-B87C-F7E102AB42BA}" type="pres">
      <dgm:prSet presAssocID="{A6B0E9A5-D964-454D-A766-8B729905A5AD}" presName="tx1" presStyleLbl="revTx" presStyleIdx="0" presStyleCnt="3"/>
      <dgm:spPr/>
    </dgm:pt>
    <dgm:pt modelId="{5445B955-C30E-4FFA-8492-E20A3FD788ED}" type="pres">
      <dgm:prSet presAssocID="{A6B0E9A5-D964-454D-A766-8B729905A5AD}" presName="vert1" presStyleCnt="0"/>
      <dgm:spPr/>
    </dgm:pt>
    <dgm:pt modelId="{ED2A2FF1-A4EA-403F-8EC0-EB782CA00BD7}" type="pres">
      <dgm:prSet presAssocID="{81959B55-C244-49CE-B92F-58F17DABF289}" presName="thickLine" presStyleLbl="alignNode1" presStyleIdx="1" presStyleCnt="3"/>
      <dgm:spPr/>
    </dgm:pt>
    <dgm:pt modelId="{DA545D4E-FB39-4FD2-B260-AC87B91414FD}" type="pres">
      <dgm:prSet presAssocID="{81959B55-C244-49CE-B92F-58F17DABF289}" presName="horz1" presStyleCnt="0"/>
      <dgm:spPr/>
    </dgm:pt>
    <dgm:pt modelId="{66244BE7-5B30-426C-A9F4-648A49CD37C5}" type="pres">
      <dgm:prSet presAssocID="{81959B55-C244-49CE-B92F-58F17DABF289}" presName="tx1" presStyleLbl="revTx" presStyleIdx="1" presStyleCnt="3"/>
      <dgm:spPr/>
    </dgm:pt>
    <dgm:pt modelId="{54F1A3AF-A68E-49D2-9902-011D4599E257}" type="pres">
      <dgm:prSet presAssocID="{81959B55-C244-49CE-B92F-58F17DABF289}" presName="vert1" presStyleCnt="0"/>
      <dgm:spPr/>
    </dgm:pt>
    <dgm:pt modelId="{37C893C0-1ABA-4560-BC3D-4710C2B6B834}" type="pres">
      <dgm:prSet presAssocID="{90470354-0694-4D6C-A940-D2A87B049B78}" presName="thickLine" presStyleLbl="alignNode1" presStyleIdx="2" presStyleCnt="3"/>
      <dgm:spPr/>
    </dgm:pt>
    <dgm:pt modelId="{D6393966-DD9B-43F3-84FA-FC178F92AF68}" type="pres">
      <dgm:prSet presAssocID="{90470354-0694-4D6C-A940-D2A87B049B78}" presName="horz1" presStyleCnt="0"/>
      <dgm:spPr/>
    </dgm:pt>
    <dgm:pt modelId="{EA0F501C-647A-4F92-B4B1-B02F1C7FEFA6}" type="pres">
      <dgm:prSet presAssocID="{90470354-0694-4D6C-A940-D2A87B049B78}" presName="tx1" presStyleLbl="revTx" presStyleIdx="2" presStyleCnt="3"/>
      <dgm:spPr/>
    </dgm:pt>
    <dgm:pt modelId="{2AC793B1-ABE9-4B2E-A80F-862A311134DD}" type="pres">
      <dgm:prSet presAssocID="{90470354-0694-4D6C-A940-D2A87B049B78}" presName="vert1" presStyleCnt="0"/>
      <dgm:spPr/>
    </dgm:pt>
  </dgm:ptLst>
  <dgm:cxnLst>
    <dgm:cxn modelId="{CE2C6323-3275-402C-A435-C4C37EA42D02}" srcId="{28D73090-1A27-4127-9538-BE9957DBA6AF}" destId="{90470354-0694-4D6C-A940-D2A87B049B78}" srcOrd="2" destOrd="0" parTransId="{D371CA09-F0C2-49C3-9CEC-7CAF705E3105}" sibTransId="{4A043DEA-1CC6-4542-BF4C-2B883C3B3EA5}"/>
    <dgm:cxn modelId="{A083102F-B313-4FA8-B159-25F20ACBDB20}" type="presOf" srcId="{90470354-0694-4D6C-A940-D2A87B049B78}" destId="{EA0F501C-647A-4F92-B4B1-B02F1C7FEFA6}" srcOrd="0" destOrd="0" presId="urn:microsoft.com/office/officeart/2008/layout/LinedList"/>
    <dgm:cxn modelId="{896AF048-4742-4130-BB82-B4C3DB25A1E4}" type="presOf" srcId="{28D73090-1A27-4127-9538-BE9957DBA6AF}" destId="{D4F2B4BC-5B2A-4D9C-A3DD-1FCED9C927BF}" srcOrd="0" destOrd="0" presId="urn:microsoft.com/office/officeart/2008/layout/LinedList"/>
    <dgm:cxn modelId="{DDE6664B-7695-492D-8E7B-FDFD2A03DA17}" type="presOf" srcId="{A6B0E9A5-D964-454D-A766-8B729905A5AD}" destId="{BC27DB96-635C-4BD8-B87C-F7E102AB42BA}" srcOrd="0" destOrd="0" presId="urn:microsoft.com/office/officeart/2008/layout/LinedList"/>
    <dgm:cxn modelId="{7D4A6F88-5112-44BF-93BB-EA4A25EC67CB}" srcId="{28D73090-1A27-4127-9538-BE9957DBA6AF}" destId="{81959B55-C244-49CE-B92F-58F17DABF289}" srcOrd="1" destOrd="0" parTransId="{D7BBB343-B464-4326-9E4F-378C105FE5C0}" sibTransId="{0C3739F7-09B6-4303-9100-CD93C166199C}"/>
    <dgm:cxn modelId="{7EA54796-D665-4F3C-85CD-47C0BDACC9DB}" type="presOf" srcId="{81959B55-C244-49CE-B92F-58F17DABF289}" destId="{66244BE7-5B30-426C-A9F4-648A49CD37C5}" srcOrd="0" destOrd="0" presId="urn:microsoft.com/office/officeart/2008/layout/LinedList"/>
    <dgm:cxn modelId="{CE99D9B6-F3E1-42C9-8448-DAFA473EEEB8}" srcId="{28D73090-1A27-4127-9538-BE9957DBA6AF}" destId="{A6B0E9A5-D964-454D-A766-8B729905A5AD}" srcOrd="0" destOrd="0" parTransId="{F6C5C67E-9100-4836-B64D-39A7261B4F17}" sibTransId="{E421A944-8889-4EAE-8307-ABD2D89E87C9}"/>
    <dgm:cxn modelId="{028C18C8-DDF0-4D0E-A13C-781E77CD3099}" type="presParOf" srcId="{D4F2B4BC-5B2A-4D9C-A3DD-1FCED9C927BF}" destId="{5DA282C7-EC63-4721-810C-27AA95964B5C}" srcOrd="0" destOrd="0" presId="urn:microsoft.com/office/officeart/2008/layout/LinedList"/>
    <dgm:cxn modelId="{801547B9-E759-4899-B16F-434B72E1BB74}" type="presParOf" srcId="{D4F2B4BC-5B2A-4D9C-A3DD-1FCED9C927BF}" destId="{6A5B785A-BB26-4D2F-BAFD-13CC8FC6FBEF}" srcOrd="1" destOrd="0" presId="urn:microsoft.com/office/officeart/2008/layout/LinedList"/>
    <dgm:cxn modelId="{C0AD50E5-DBAE-446C-9F50-B5CACF93EE10}" type="presParOf" srcId="{6A5B785A-BB26-4D2F-BAFD-13CC8FC6FBEF}" destId="{BC27DB96-635C-4BD8-B87C-F7E102AB42BA}" srcOrd="0" destOrd="0" presId="urn:microsoft.com/office/officeart/2008/layout/LinedList"/>
    <dgm:cxn modelId="{B7A231E0-0FD0-47DF-BB96-DCBA3C0DA43D}" type="presParOf" srcId="{6A5B785A-BB26-4D2F-BAFD-13CC8FC6FBEF}" destId="{5445B955-C30E-4FFA-8492-E20A3FD788ED}" srcOrd="1" destOrd="0" presId="urn:microsoft.com/office/officeart/2008/layout/LinedList"/>
    <dgm:cxn modelId="{DB7E3D96-2C4E-4102-80F9-63EAD7995440}" type="presParOf" srcId="{D4F2B4BC-5B2A-4D9C-A3DD-1FCED9C927BF}" destId="{ED2A2FF1-A4EA-403F-8EC0-EB782CA00BD7}" srcOrd="2" destOrd="0" presId="urn:microsoft.com/office/officeart/2008/layout/LinedList"/>
    <dgm:cxn modelId="{0B3239C1-157C-4BDA-870B-27C360E2F2D7}" type="presParOf" srcId="{D4F2B4BC-5B2A-4D9C-A3DD-1FCED9C927BF}" destId="{DA545D4E-FB39-4FD2-B260-AC87B91414FD}" srcOrd="3" destOrd="0" presId="urn:microsoft.com/office/officeart/2008/layout/LinedList"/>
    <dgm:cxn modelId="{2F0AF578-18AD-499E-8FC6-281A6A371B63}" type="presParOf" srcId="{DA545D4E-FB39-4FD2-B260-AC87B91414FD}" destId="{66244BE7-5B30-426C-A9F4-648A49CD37C5}" srcOrd="0" destOrd="0" presId="urn:microsoft.com/office/officeart/2008/layout/LinedList"/>
    <dgm:cxn modelId="{3432C34D-C060-4007-9EB5-3EAE814E66B7}" type="presParOf" srcId="{DA545D4E-FB39-4FD2-B260-AC87B91414FD}" destId="{54F1A3AF-A68E-49D2-9902-011D4599E257}" srcOrd="1" destOrd="0" presId="urn:microsoft.com/office/officeart/2008/layout/LinedList"/>
    <dgm:cxn modelId="{98E13635-35F6-454D-A328-0B7A05468E55}" type="presParOf" srcId="{D4F2B4BC-5B2A-4D9C-A3DD-1FCED9C927BF}" destId="{37C893C0-1ABA-4560-BC3D-4710C2B6B834}" srcOrd="4" destOrd="0" presId="urn:microsoft.com/office/officeart/2008/layout/LinedList"/>
    <dgm:cxn modelId="{1229E726-AF3B-4DDF-8DFB-648C5FE6F515}" type="presParOf" srcId="{D4F2B4BC-5B2A-4D9C-A3DD-1FCED9C927BF}" destId="{D6393966-DD9B-43F3-84FA-FC178F92AF68}" srcOrd="5" destOrd="0" presId="urn:microsoft.com/office/officeart/2008/layout/LinedList"/>
    <dgm:cxn modelId="{B49117D2-AB6D-4240-8DDD-4062F61E48AF}" type="presParOf" srcId="{D6393966-DD9B-43F3-84FA-FC178F92AF68}" destId="{EA0F501C-647A-4F92-B4B1-B02F1C7FEFA6}" srcOrd="0" destOrd="0" presId="urn:microsoft.com/office/officeart/2008/layout/LinedList"/>
    <dgm:cxn modelId="{FF3F6571-348C-4316-9DB6-C0898C29D283}" type="presParOf" srcId="{D6393966-DD9B-43F3-84FA-FC178F92AF68}" destId="{2AC793B1-ABE9-4B2E-A80F-862A311134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13BA091-EF00-4D71-8E51-E68BB9ED2FC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9B57EC-5297-4F41-B8E8-91CF60435F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Arduino IDE:</a:t>
          </a:r>
          <a:r>
            <a:rPr lang="en-US" b="0" i="0" baseline="0" dirty="0"/>
            <a:t> De </a:t>
          </a:r>
          <a:r>
            <a:rPr lang="en-US" b="0" i="0" baseline="0" dirty="0" err="1"/>
            <a:t>ontwikkelomgeving</a:t>
          </a:r>
          <a:r>
            <a:rPr lang="en-US" b="0" i="0" baseline="0" dirty="0"/>
            <a:t> </a:t>
          </a:r>
          <a:r>
            <a:rPr lang="en-US" b="0" i="0" baseline="0" dirty="0" err="1"/>
            <a:t>waarin</a:t>
          </a:r>
          <a:r>
            <a:rPr lang="en-US" b="0" i="0" baseline="0" dirty="0"/>
            <a:t> we de C++ code </a:t>
          </a:r>
          <a:r>
            <a:rPr lang="en-US" b="0" i="0" baseline="0" dirty="0" err="1"/>
            <a:t>schrijven</a:t>
          </a:r>
          <a:r>
            <a:rPr lang="en-US" b="0" i="0" baseline="0" dirty="0"/>
            <a:t> </a:t>
          </a:r>
          <a:r>
            <a:rPr lang="en-US" b="0" i="0" baseline="0" dirty="0" err="1"/>
            <a:t>en</a:t>
          </a:r>
          <a:r>
            <a:rPr lang="en-US" b="0" i="0" baseline="0" dirty="0"/>
            <a:t> </a:t>
          </a:r>
          <a:r>
            <a:rPr lang="en-US" b="0" i="0" baseline="0" dirty="0" err="1"/>
            <a:t>uploaden</a:t>
          </a:r>
          <a:r>
            <a:rPr lang="en-US" b="0" i="0" baseline="0" dirty="0"/>
            <a:t>.</a:t>
          </a:r>
          <a:endParaRPr lang="en-US" dirty="0"/>
        </a:p>
      </dgm:t>
    </dgm:pt>
    <dgm:pt modelId="{5CE3CB30-FD56-4671-B74B-B75DB1286A65}" type="parTrans" cxnId="{8452B616-89DF-4E8F-A16F-96D96DA032D2}">
      <dgm:prSet/>
      <dgm:spPr/>
      <dgm:t>
        <a:bodyPr/>
        <a:lstStyle/>
        <a:p>
          <a:endParaRPr lang="en-US"/>
        </a:p>
      </dgm:t>
    </dgm:pt>
    <dgm:pt modelId="{3A139866-6D9F-4AB9-8DF7-984B714E5BE2}" type="sibTrans" cxnId="{8452B616-89DF-4E8F-A16F-96D96DA032D2}">
      <dgm:prSet phldrT="1" phldr="0"/>
      <dgm:spPr/>
      <dgm:t>
        <a:bodyPr/>
        <a:lstStyle/>
        <a:p>
          <a:endParaRPr lang="en-US"/>
        </a:p>
      </dgm:t>
    </dgm:pt>
    <dgm:pt modelId="{39074069-7214-46E9-B10E-489DC2FCFA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C++ Libraries:</a:t>
          </a:r>
          <a:r>
            <a:rPr lang="en-US" b="0" i="0" baseline="0" dirty="0"/>
            <a:t> * </a:t>
          </a:r>
          <a:r>
            <a:rPr lang="en-US" b="0" i="0" baseline="0" dirty="0" err="1"/>
            <a:t>DHT.h</a:t>
          </a:r>
          <a:r>
            <a:rPr lang="en-US" b="0" i="0" baseline="0" dirty="0"/>
            <a:t> / </a:t>
          </a:r>
          <a:r>
            <a:rPr lang="en-US" b="0" i="0" baseline="0" dirty="0" err="1"/>
            <a:t>DallasTemperature.h</a:t>
          </a:r>
          <a:r>
            <a:rPr lang="en-US" b="0" i="0" baseline="0" dirty="0"/>
            <a:t>: Om de </a:t>
          </a:r>
          <a:r>
            <a:rPr lang="en-US" b="0" i="0" baseline="0" dirty="0" err="1"/>
            <a:t>sensortaal</a:t>
          </a:r>
          <a:r>
            <a:rPr lang="en-US" b="0" i="0" baseline="0" dirty="0"/>
            <a:t> </a:t>
          </a:r>
          <a:r>
            <a:rPr lang="en-US" b="0" i="0" baseline="0" dirty="0" err="1"/>
            <a:t>te</a:t>
          </a:r>
          <a:r>
            <a:rPr lang="en-US" b="0" i="0" baseline="0" dirty="0"/>
            <a:t> </a:t>
          </a:r>
          <a:r>
            <a:rPr lang="en-US" b="0" i="0" baseline="0" dirty="0" err="1"/>
            <a:t>begrijpen</a:t>
          </a:r>
          <a:r>
            <a:rPr lang="en-US" b="0" i="0" baseline="0" dirty="0"/>
            <a:t>.</a:t>
          </a:r>
        </a:p>
        <a:p>
          <a:pPr>
            <a:lnSpc>
              <a:spcPct val="100000"/>
            </a:lnSpc>
          </a:pPr>
          <a:r>
            <a:rPr lang="nl-NL" dirty="0" err="1"/>
            <a:t>PubSubClient.h</a:t>
          </a:r>
          <a:r>
            <a:rPr lang="nl-NL" dirty="0"/>
            <a:t>: Om het MQTT-protocol te kunnen spreken.</a:t>
          </a:r>
          <a:endParaRPr lang="en-US" dirty="0"/>
        </a:p>
      </dgm:t>
    </dgm:pt>
    <dgm:pt modelId="{F9148B25-F038-48F4-B502-76AB186B8C21}" type="parTrans" cxnId="{ADA6EDFD-666A-4E39-BD18-88E4D230F7F6}">
      <dgm:prSet/>
      <dgm:spPr/>
      <dgm:t>
        <a:bodyPr/>
        <a:lstStyle/>
        <a:p>
          <a:endParaRPr lang="en-US"/>
        </a:p>
      </dgm:t>
    </dgm:pt>
    <dgm:pt modelId="{E9182E67-851F-41E7-A92B-803BE56C4370}" type="sibTrans" cxnId="{ADA6EDFD-666A-4E39-BD18-88E4D230F7F6}">
      <dgm:prSet phldrT="2" phldr="0"/>
      <dgm:spPr/>
      <dgm:t>
        <a:bodyPr/>
        <a:lstStyle/>
        <a:p>
          <a:endParaRPr lang="en-US"/>
        </a:p>
      </dgm:t>
    </dgm:pt>
    <dgm:pt modelId="{FA4DF9B8-4973-421C-B1BD-AD22BBE9278E}" type="pres">
      <dgm:prSet presAssocID="{013BA091-EF00-4D71-8E51-E68BB9ED2FC5}" presName="root" presStyleCnt="0">
        <dgm:presLayoutVars>
          <dgm:dir/>
          <dgm:resizeHandles val="exact"/>
        </dgm:presLayoutVars>
      </dgm:prSet>
      <dgm:spPr/>
    </dgm:pt>
    <dgm:pt modelId="{4EC58F23-CF46-4259-91A4-90240A4AF606}" type="pres">
      <dgm:prSet presAssocID="{579B57EC-5297-4F41-B8E8-91CF60435F4E}" presName="compNode" presStyleCnt="0"/>
      <dgm:spPr/>
    </dgm:pt>
    <dgm:pt modelId="{E9033309-2392-49E8-AD23-46FB8A7F52C0}" type="pres">
      <dgm:prSet presAssocID="{579B57EC-5297-4F41-B8E8-91CF60435F4E}" presName="bgRect" presStyleLbl="bgShp" presStyleIdx="0" presStyleCnt="2"/>
      <dgm:spPr/>
    </dgm:pt>
    <dgm:pt modelId="{6A2197AE-1E85-48BA-A63D-40B86295712E}" type="pres">
      <dgm:prSet presAssocID="{579B57EC-5297-4F41-B8E8-91CF60435F4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45790DC-CFA0-40B1-9D98-CFC34FE082BD}" type="pres">
      <dgm:prSet presAssocID="{579B57EC-5297-4F41-B8E8-91CF60435F4E}" presName="spaceRect" presStyleCnt="0"/>
      <dgm:spPr/>
    </dgm:pt>
    <dgm:pt modelId="{431F1E30-EC21-4137-A972-D3E5547FC8B5}" type="pres">
      <dgm:prSet presAssocID="{579B57EC-5297-4F41-B8E8-91CF60435F4E}" presName="parTx" presStyleLbl="revTx" presStyleIdx="0" presStyleCnt="2">
        <dgm:presLayoutVars>
          <dgm:chMax val="0"/>
          <dgm:chPref val="0"/>
        </dgm:presLayoutVars>
      </dgm:prSet>
      <dgm:spPr/>
    </dgm:pt>
    <dgm:pt modelId="{5ABFEF65-D761-4CFE-A449-0D8F9B7417F8}" type="pres">
      <dgm:prSet presAssocID="{3A139866-6D9F-4AB9-8DF7-984B714E5BE2}" presName="sibTrans" presStyleCnt="0"/>
      <dgm:spPr/>
    </dgm:pt>
    <dgm:pt modelId="{E9D42B01-B795-42DB-A35A-AFF07A2C0447}" type="pres">
      <dgm:prSet presAssocID="{39074069-7214-46E9-B10E-489DC2FCFAD0}" presName="compNode" presStyleCnt="0"/>
      <dgm:spPr/>
    </dgm:pt>
    <dgm:pt modelId="{42472AEA-CCFD-44FE-A0B7-480251B85780}" type="pres">
      <dgm:prSet presAssocID="{39074069-7214-46E9-B10E-489DC2FCFAD0}" presName="bgRect" presStyleLbl="bgShp" presStyleIdx="1" presStyleCnt="2"/>
      <dgm:spPr/>
    </dgm:pt>
    <dgm:pt modelId="{397A5C51-EBAB-4D94-B677-C7BD023EF45D}" type="pres">
      <dgm:prSet presAssocID="{39074069-7214-46E9-B10E-489DC2FCFAD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8257C64-F113-460A-AFFF-BA383E5EFA70}" type="pres">
      <dgm:prSet presAssocID="{39074069-7214-46E9-B10E-489DC2FCFAD0}" presName="spaceRect" presStyleCnt="0"/>
      <dgm:spPr/>
    </dgm:pt>
    <dgm:pt modelId="{C608C54C-EF97-490D-9DA5-B469627FC878}" type="pres">
      <dgm:prSet presAssocID="{39074069-7214-46E9-B10E-489DC2FCFAD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452B616-89DF-4E8F-A16F-96D96DA032D2}" srcId="{013BA091-EF00-4D71-8E51-E68BB9ED2FC5}" destId="{579B57EC-5297-4F41-B8E8-91CF60435F4E}" srcOrd="0" destOrd="0" parTransId="{5CE3CB30-FD56-4671-B74B-B75DB1286A65}" sibTransId="{3A139866-6D9F-4AB9-8DF7-984B714E5BE2}"/>
    <dgm:cxn modelId="{80526A95-1546-4701-B97A-5A9256877353}" type="presOf" srcId="{579B57EC-5297-4F41-B8E8-91CF60435F4E}" destId="{431F1E30-EC21-4137-A972-D3E5547FC8B5}" srcOrd="0" destOrd="0" presId="urn:microsoft.com/office/officeart/2018/2/layout/IconVerticalSolidList"/>
    <dgm:cxn modelId="{18156FAC-93ED-4DAC-9B72-30469274AC6E}" type="presOf" srcId="{013BA091-EF00-4D71-8E51-E68BB9ED2FC5}" destId="{FA4DF9B8-4973-421C-B1BD-AD22BBE9278E}" srcOrd="0" destOrd="0" presId="urn:microsoft.com/office/officeart/2018/2/layout/IconVerticalSolidList"/>
    <dgm:cxn modelId="{FF5FD9C9-2F91-4D1C-A8F5-0B711E3985DA}" type="presOf" srcId="{39074069-7214-46E9-B10E-489DC2FCFAD0}" destId="{C608C54C-EF97-490D-9DA5-B469627FC878}" srcOrd="0" destOrd="0" presId="urn:microsoft.com/office/officeart/2018/2/layout/IconVerticalSolidList"/>
    <dgm:cxn modelId="{ADA6EDFD-666A-4E39-BD18-88E4D230F7F6}" srcId="{013BA091-EF00-4D71-8E51-E68BB9ED2FC5}" destId="{39074069-7214-46E9-B10E-489DC2FCFAD0}" srcOrd="1" destOrd="0" parTransId="{F9148B25-F038-48F4-B502-76AB186B8C21}" sibTransId="{E9182E67-851F-41E7-A92B-803BE56C4370}"/>
    <dgm:cxn modelId="{920D852A-2D9D-4834-AA8E-EDC3414281E6}" type="presParOf" srcId="{FA4DF9B8-4973-421C-B1BD-AD22BBE9278E}" destId="{4EC58F23-CF46-4259-91A4-90240A4AF606}" srcOrd="0" destOrd="0" presId="urn:microsoft.com/office/officeart/2018/2/layout/IconVerticalSolidList"/>
    <dgm:cxn modelId="{A1D6351A-683B-4D82-9D6D-3D9F20D2EEA9}" type="presParOf" srcId="{4EC58F23-CF46-4259-91A4-90240A4AF606}" destId="{E9033309-2392-49E8-AD23-46FB8A7F52C0}" srcOrd="0" destOrd="0" presId="urn:microsoft.com/office/officeart/2018/2/layout/IconVerticalSolidList"/>
    <dgm:cxn modelId="{D577606E-2779-45A7-9F99-9FD521FA45CA}" type="presParOf" srcId="{4EC58F23-CF46-4259-91A4-90240A4AF606}" destId="{6A2197AE-1E85-48BA-A63D-40B86295712E}" srcOrd="1" destOrd="0" presId="urn:microsoft.com/office/officeart/2018/2/layout/IconVerticalSolidList"/>
    <dgm:cxn modelId="{820867AB-389C-46AD-AE5C-4914E858A746}" type="presParOf" srcId="{4EC58F23-CF46-4259-91A4-90240A4AF606}" destId="{D45790DC-CFA0-40B1-9D98-CFC34FE082BD}" srcOrd="2" destOrd="0" presId="urn:microsoft.com/office/officeart/2018/2/layout/IconVerticalSolidList"/>
    <dgm:cxn modelId="{EF079A2C-FCD8-43FE-9337-AD83A8F54EFB}" type="presParOf" srcId="{4EC58F23-CF46-4259-91A4-90240A4AF606}" destId="{431F1E30-EC21-4137-A972-D3E5547FC8B5}" srcOrd="3" destOrd="0" presId="urn:microsoft.com/office/officeart/2018/2/layout/IconVerticalSolidList"/>
    <dgm:cxn modelId="{2009058A-B041-4092-A267-40CC9E999D8B}" type="presParOf" srcId="{FA4DF9B8-4973-421C-B1BD-AD22BBE9278E}" destId="{5ABFEF65-D761-4CFE-A449-0D8F9B7417F8}" srcOrd="1" destOrd="0" presId="urn:microsoft.com/office/officeart/2018/2/layout/IconVerticalSolidList"/>
    <dgm:cxn modelId="{9389215B-1BE2-4CDD-9175-0EE7D6B04F05}" type="presParOf" srcId="{FA4DF9B8-4973-421C-B1BD-AD22BBE9278E}" destId="{E9D42B01-B795-42DB-A35A-AFF07A2C0447}" srcOrd="2" destOrd="0" presId="urn:microsoft.com/office/officeart/2018/2/layout/IconVerticalSolidList"/>
    <dgm:cxn modelId="{7E3C4E18-C8CC-4387-A69E-D43411C2506A}" type="presParOf" srcId="{E9D42B01-B795-42DB-A35A-AFF07A2C0447}" destId="{42472AEA-CCFD-44FE-A0B7-480251B85780}" srcOrd="0" destOrd="0" presId="urn:microsoft.com/office/officeart/2018/2/layout/IconVerticalSolidList"/>
    <dgm:cxn modelId="{2D90957B-A13E-44A5-8E15-8187537139C0}" type="presParOf" srcId="{E9D42B01-B795-42DB-A35A-AFF07A2C0447}" destId="{397A5C51-EBAB-4D94-B677-C7BD023EF45D}" srcOrd="1" destOrd="0" presId="urn:microsoft.com/office/officeart/2018/2/layout/IconVerticalSolidList"/>
    <dgm:cxn modelId="{982D40F7-DF60-4993-853E-1402B6648354}" type="presParOf" srcId="{E9D42B01-B795-42DB-A35A-AFF07A2C0447}" destId="{38257C64-F113-460A-AFFF-BA383E5EFA70}" srcOrd="2" destOrd="0" presId="urn:microsoft.com/office/officeart/2018/2/layout/IconVerticalSolidList"/>
    <dgm:cxn modelId="{1F937595-F683-4514-960A-27F2B65CAC5F}" type="presParOf" srcId="{E9D42B01-B795-42DB-A35A-AFF07A2C0447}" destId="{C608C54C-EF97-490D-9DA5-B469627FC8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1504A55-B33F-4DBD-87D8-7A1B397A5345}" type="doc">
      <dgm:prSet loTypeId="urn:microsoft.com/office/officeart/2005/8/layout/matrix3" loCatId="matrix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E4226D54-0396-4FEF-8359-A22C8953C6F6}">
      <dgm:prSet/>
      <dgm:spPr/>
      <dgm:t>
        <a:bodyPr/>
        <a:lstStyle/>
        <a:p>
          <a:r>
            <a:rPr lang="en-US" b="1" i="0" baseline="0"/>
            <a:t>Mosquitto (MQTT Broker):</a:t>
          </a:r>
          <a:r>
            <a:rPr lang="en-US" b="0" i="0" baseline="0"/>
            <a:t> Het "postkantoor" dat alle berichten van de ESP32-bordjes ontvangt en sorteert.</a:t>
          </a:r>
          <a:endParaRPr lang="en-US"/>
        </a:p>
      </dgm:t>
    </dgm:pt>
    <dgm:pt modelId="{1B37119E-4E18-4EC9-A840-12F0B98AB51B}" type="parTrans" cxnId="{1331850F-B2D9-43E0-BD6F-897841C219CF}">
      <dgm:prSet/>
      <dgm:spPr/>
      <dgm:t>
        <a:bodyPr/>
        <a:lstStyle/>
        <a:p>
          <a:endParaRPr lang="en-US"/>
        </a:p>
      </dgm:t>
    </dgm:pt>
    <dgm:pt modelId="{4AF64D1D-6AEC-4D40-943B-CE9553C2F0AA}" type="sibTrans" cxnId="{1331850F-B2D9-43E0-BD6F-897841C219CF}">
      <dgm:prSet/>
      <dgm:spPr/>
      <dgm:t>
        <a:bodyPr/>
        <a:lstStyle/>
        <a:p>
          <a:endParaRPr lang="en-US"/>
        </a:p>
      </dgm:t>
    </dgm:pt>
    <dgm:pt modelId="{24B45FB3-EE78-4640-B180-3B4A77D362E7}">
      <dgm:prSet/>
      <dgm:spPr/>
      <dgm:t>
        <a:bodyPr/>
        <a:lstStyle/>
        <a:p>
          <a:r>
            <a:rPr lang="en-US" b="1" i="0" baseline="0"/>
            <a:t>Telegraf:</a:t>
          </a:r>
          <a:r>
            <a:rPr lang="en-US" b="0" i="0" baseline="0"/>
            <a:t> De "brug" die de berichten van Mosquitto opvangt en in de database stopt.</a:t>
          </a:r>
          <a:endParaRPr lang="en-US"/>
        </a:p>
      </dgm:t>
    </dgm:pt>
    <dgm:pt modelId="{EB7CD97E-670F-4050-942F-8AA16F0D924B}" type="parTrans" cxnId="{B27A0A94-4698-46F8-94C4-2C2341B28930}">
      <dgm:prSet/>
      <dgm:spPr/>
      <dgm:t>
        <a:bodyPr/>
        <a:lstStyle/>
        <a:p>
          <a:endParaRPr lang="en-US"/>
        </a:p>
      </dgm:t>
    </dgm:pt>
    <dgm:pt modelId="{474286C5-BDB9-429B-BC3E-5DFAD51E293B}" type="sibTrans" cxnId="{B27A0A94-4698-46F8-94C4-2C2341B28930}">
      <dgm:prSet/>
      <dgm:spPr/>
      <dgm:t>
        <a:bodyPr/>
        <a:lstStyle/>
        <a:p>
          <a:endParaRPr lang="en-US"/>
        </a:p>
      </dgm:t>
    </dgm:pt>
    <dgm:pt modelId="{0FFA5F36-A800-461C-B1AC-BC6DEE5EA849}">
      <dgm:prSet/>
      <dgm:spPr/>
      <dgm:t>
        <a:bodyPr/>
        <a:lstStyle/>
        <a:p>
          <a:r>
            <a:rPr lang="en-US" b="1" i="0" baseline="0"/>
            <a:t>InfluxDB:</a:t>
          </a:r>
          <a:r>
            <a:rPr lang="en-US" b="0" i="0" baseline="0"/>
            <a:t> De "archiefkast" (Time Series Database) die elke meting opslaat met een exact tijdstempel.</a:t>
          </a:r>
          <a:endParaRPr lang="en-US"/>
        </a:p>
      </dgm:t>
    </dgm:pt>
    <dgm:pt modelId="{0B8BCA19-A38B-47B5-952E-5381D92400D7}" type="parTrans" cxnId="{3768F76E-DF7D-40D5-8B3F-E28491FDB89B}">
      <dgm:prSet/>
      <dgm:spPr/>
      <dgm:t>
        <a:bodyPr/>
        <a:lstStyle/>
        <a:p>
          <a:endParaRPr lang="en-US"/>
        </a:p>
      </dgm:t>
    </dgm:pt>
    <dgm:pt modelId="{07FE08F3-E2A3-414F-95C2-161CBD9D2A73}" type="sibTrans" cxnId="{3768F76E-DF7D-40D5-8B3F-E28491FDB89B}">
      <dgm:prSet/>
      <dgm:spPr/>
      <dgm:t>
        <a:bodyPr/>
        <a:lstStyle/>
        <a:p>
          <a:endParaRPr lang="en-US"/>
        </a:p>
      </dgm:t>
    </dgm:pt>
    <dgm:pt modelId="{9BE7021B-AFDF-45E4-9F9E-C397FE747DDC}">
      <dgm:prSet/>
      <dgm:spPr/>
      <dgm:t>
        <a:bodyPr/>
        <a:lstStyle/>
        <a:p>
          <a:r>
            <a:rPr lang="en-US" b="1" i="0" baseline="0"/>
            <a:t>Grafana:</a:t>
          </a:r>
          <a:r>
            <a:rPr lang="en-US" b="0" i="0" baseline="0"/>
            <a:t> De "cockpit" die de data uit de archiefkast haalt en omzet in mooie grafieken en meters in de browser.</a:t>
          </a:r>
          <a:endParaRPr lang="en-US"/>
        </a:p>
      </dgm:t>
    </dgm:pt>
    <dgm:pt modelId="{01D024EA-77D6-4157-8479-60A386013FF9}" type="parTrans" cxnId="{87E015EA-D2DE-4A3B-9B83-C7C94BAB53D6}">
      <dgm:prSet/>
      <dgm:spPr/>
      <dgm:t>
        <a:bodyPr/>
        <a:lstStyle/>
        <a:p>
          <a:endParaRPr lang="en-US"/>
        </a:p>
      </dgm:t>
    </dgm:pt>
    <dgm:pt modelId="{0249254A-1F85-416B-849C-F2721A8DEB2E}" type="sibTrans" cxnId="{87E015EA-D2DE-4A3B-9B83-C7C94BAB53D6}">
      <dgm:prSet/>
      <dgm:spPr/>
      <dgm:t>
        <a:bodyPr/>
        <a:lstStyle/>
        <a:p>
          <a:endParaRPr lang="en-US"/>
        </a:p>
      </dgm:t>
    </dgm:pt>
    <dgm:pt modelId="{38F5E46D-FBAA-45EF-B6EE-8061120F1BAC}" type="pres">
      <dgm:prSet presAssocID="{11504A55-B33F-4DBD-87D8-7A1B397A5345}" presName="matrix" presStyleCnt="0">
        <dgm:presLayoutVars>
          <dgm:chMax val="1"/>
          <dgm:dir/>
          <dgm:resizeHandles val="exact"/>
        </dgm:presLayoutVars>
      </dgm:prSet>
      <dgm:spPr/>
    </dgm:pt>
    <dgm:pt modelId="{2FB848D2-4403-4E9D-B959-D6D802B7802E}" type="pres">
      <dgm:prSet presAssocID="{11504A55-B33F-4DBD-87D8-7A1B397A5345}" presName="diamond" presStyleLbl="bgShp" presStyleIdx="0" presStyleCnt="1"/>
      <dgm:spPr/>
    </dgm:pt>
    <dgm:pt modelId="{ECE8BF09-DAF5-49BC-9738-DF3D19FE1C35}" type="pres">
      <dgm:prSet presAssocID="{11504A55-B33F-4DBD-87D8-7A1B397A534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EA0CB9-1A16-4799-A402-419489D2DDC7}" type="pres">
      <dgm:prSet presAssocID="{11504A55-B33F-4DBD-87D8-7A1B397A534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17BA473-CDA3-4C09-996C-8057EAA36621}" type="pres">
      <dgm:prSet presAssocID="{11504A55-B33F-4DBD-87D8-7A1B397A534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A046D60-BA6D-48FB-BBEC-F3A0251A175D}" type="pres">
      <dgm:prSet presAssocID="{11504A55-B33F-4DBD-87D8-7A1B397A534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331850F-B2D9-43E0-BD6F-897841C219CF}" srcId="{11504A55-B33F-4DBD-87D8-7A1B397A5345}" destId="{E4226D54-0396-4FEF-8359-A22C8953C6F6}" srcOrd="0" destOrd="0" parTransId="{1B37119E-4E18-4EC9-A840-12F0B98AB51B}" sibTransId="{4AF64D1D-6AEC-4D40-943B-CE9553C2F0AA}"/>
    <dgm:cxn modelId="{40005B49-97AB-4301-9E81-BC9999B46221}" type="presOf" srcId="{11504A55-B33F-4DBD-87D8-7A1B397A5345}" destId="{38F5E46D-FBAA-45EF-B6EE-8061120F1BAC}" srcOrd="0" destOrd="0" presId="urn:microsoft.com/office/officeart/2005/8/layout/matrix3"/>
    <dgm:cxn modelId="{3768F76E-DF7D-40D5-8B3F-E28491FDB89B}" srcId="{11504A55-B33F-4DBD-87D8-7A1B397A5345}" destId="{0FFA5F36-A800-461C-B1AC-BC6DEE5EA849}" srcOrd="2" destOrd="0" parTransId="{0B8BCA19-A38B-47B5-952E-5381D92400D7}" sibTransId="{07FE08F3-E2A3-414F-95C2-161CBD9D2A73}"/>
    <dgm:cxn modelId="{3AF8C955-227F-42BD-896D-017A83724727}" type="presOf" srcId="{0FFA5F36-A800-461C-B1AC-BC6DEE5EA849}" destId="{117BA473-CDA3-4C09-996C-8057EAA36621}" srcOrd="0" destOrd="0" presId="urn:microsoft.com/office/officeart/2005/8/layout/matrix3"/>
    <dgm:cxn modelId="{86CB1C81-CAE6-44A3-AF1A-D45ACC55E4EB}" type="presOf" srcId="{E4226D54-0396-4FEF-8359-A22C8953C6F6}" destId="{ECE8BF09-DAF5-49BC-9738-DF3D19FE1C35}" srcOrd="0" destOrd="0" presId="urn:microsoft.com/office/officeart/2005/8/layout/matrix3"/>
    <dgm:cxn modelId="{1D45B993-F4D8-4ED5-BBC6-47BAE4B6C9B1}" type="presOf" srcId="{24B45FB3-EE78-4640-B180-3B4A77D362E7}" destId="{54EA0CB9-1A16-4799-A402-419489D2DDC7}" srcOrd="0" destOrd="0" presId="urn:microsoft.com/office/officeart/2005/8/layout/matrix3"/>
    <dgm:cxn modelId="{B27A0A94-4698-46F8-94C4-2C2341B28930}" srcId="{11504A55-B33F-4DBD-87D8-7A1B397A5345}" destId="{24B45FB3-EE78-4640-B180-3B4A77D362E7}" srcOrd="1" destOrd="0" parTransId="{EB7CD97E-670F-4050-942F-8AA16F0D924B}" sibTransId="{474286C5-BDB9-429B-BC3E-5DFAD51E293B}"/>
    <dgm:cxn modelId="{6CD84D9D-D340-43AA-A915-C9AB10D7C3E5}" type="presOf" srcId="{9BE7021B-AFDF-45E4-9F9E-C397FE747DDC}" destId="{0A046D60-BA6D-48FB-BBEC-F3A0251A175D}" srcOrd="0" destOrd="0" presId="urn:microsoft.com/office/officeart/2005/8/layout/matrix3"/>
    <dgm:cxn modelId="{87E015EA-D2DE-4A3B-9B83-C7C94BAB53D6}" srcId="{11504A55-B33F-4DBD-87D8-7A1B397A5345}" destId="{9BE7021B-AFDF-45E4-9F9E-C397FE747DDC}" srcOrd="3" destOrd="0" parTransId="{01D024EA-77D6-4157-8479-60A386013FF9}" sibTransId="{0249254A-1F85-416B-849C-F2721A8DEB2E}"/>
    <dgm:cxn modelId="{D9DE9D15-1C7F-4A72-A52C-69141CE67759}" type="presParOf" srcId="{38F5E46D-FBAA-45EF-B6EE-8061120F1BAC}" destId="{2FB848D2-4403-4E9D-B959-D6D802B7802E}" srcOrd="0" destOrd="0" presId="urn:microsoft.com/office/officeart/2005/8/layout/matrix3"/>
    <dgm:cxn modelId="{72EA3818-D7F9-48F3-A849-0A3BBA2F2F99}" type="presParOf" srcId="{38F5E46D-FBAA-45EF-B6EE-8061120F1BAC}" destId="{ECE8BF09-DAF5-49BC-9738-DF3D19FE1C35}" srcOrd="1" destOrd="0" presId="urn:microsoft.com/office/officeart/2005/8/layout/matrix3"/>
    <dgm:cxn modelId="{30F899B9-48C0-4DFD-9482-738D752523AB}" type="presParOf" srcId="{38F5E46D-FBAA-45EF-B6EE-8061120F1BAC}" destId="{54EA0CB9-1A16-4799-A402-419489D2DDC7}" srcOrd="2" destOrd="0" presId="urn:microsoft.com/office/officeart/2005/8/layout/matrix3"/>
    <dgm:cxn modelId="{797336C7-29F0-4C2F-AD8D-E1C4BF8B0FDD}" type="presParOf" srcId="{38F5E46D-FBAA-45EF-B6EE-8061120F1BAC}" destId="{117BA473-CDA3-4C09-996C-8057EAA36621}" srcOrd="3" destOrd="0" presId="urn:microsoft.com/office/officeart/2005/8/layout/matrix3"/>
    <dgm:cxn modelId="{2A074FB6-4867-44A9-9C1F-72C4CA59EC68}" type="presParOf" srcId="{38F5E46D-FBAA-45EF-B6EE-8061120F1BAC}" destId="{0A046D60-BA6D-48FB-BBEC-F3A0251A175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E7231-90B5-4DF9-A557-C9C367EDB559}">
      <dsp:nvSpPr>
        <dsp:cNvPr id="0" name=""/>
        <dsp:cNvSpPr/>
      </dsp:nvSpPr>
      <dsp:spPr>
        <a:xfrm>
          <a:off x="0" y="2302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7E381-3A66-47D6-804A-AC31197ABCE5}">
      <dsp:nvSpPr>
        <dsp:cNvPr id="0" name=""/>
        <dsp:cNvSpPr/>
      </dsp:nvSpPr>
      <dsp:spPr>
        <a:xfrm>
          <a:off x="0" y="2302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Functie:</a:t>
          </a:r>
          <a:r>
            <a:rPr lang="en-US" sz="2900" b="0" i="0" kern="1200" baseline="0"/>
            <a:t> Meet de fysieke omgeving (temperatuur/luchtvochtigheid).</a:t>
          </a:r>
          <a:endParaRPr lang="en-US" sz="2900" kern="1200"/>
        </a:p>
      </dsp:txBody>
      <dsp:txXfrm>
        <a:off x="0" y="2302"/>
        <a:ext cx="5322090" cy="1570619"/>
      </dsp:txXfrm>
    </dsp:sp>
    <dsp:sp modelId="{6FF3D268-8352-4251-BE6F-39619E9679AC}">
      <dsp:nvSpPr>
        <dsp:cNvPr id="0" name=""/>
        <dsp:cNvSpPr/>
      </dsp:nvSpPr>
      <dsp:spPr>
        <a:xfrm>
          <a:off x="0" y="157292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DC88B-3D8A-4A85-B192-404F57A91E50}">
      <dsp:nvSpPr>
        <dsp:cNvPr id="0" name=""/>
        <dsp:cNvSpPr/>
      </dsp:nvSpPr>
      <dsp:spPr>
        <a:xfrm>
          <a:off x="0" y="157292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Techniek:</a:t>
          </a:r>
          <a:r>
            <a:rPr lang="en-US" sz="2900" b="0" i="0" kern="1200" baseline="0"/>
            <a:t> Zet warmte om in een elektrisch signaal.</a:t>
          </a:r>
          <a:endParaRPr lang="en-US" sz="2900" kern="1200"/>
        </a:p>
      </dsp:txBody>
      <dsp:txXfrm>
        <a:off x="0" y="1572921"/>
        <a:ext cx="5322090" cy="1570619"/>
      </dsp:txXfrm>
    </dsp:sp>
    <dsp:sp modelId="{A02D957E-E958-4B07-873C-9B36E8F0E5B3}">
      <dsp:nvSpPr>
        <dsp:cNvPr id="0" name=""/>
        <dsp:cNvSpPr/>
      </dsp:nvSpPr>
      <dsp:spPr>
        <a:xfrm>
          <a:off x="0" y="314354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988C9-6253-48DF-ABCC-2B2B717C3245}">
      <dsp:nvSpPr>
        <dsp:cNvPr id="0" name=""/>
        <dsp:cNvSpPr/>
      </dsp:nvSpPr>
      <dsp:spPr>
        <a:xfrm>
          <a:off x="0" y="314354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Data:</a:t>
          </a:r>
          <a:r>
            <a:rPr lang="en-US" sz="2900" b="0" i="0" kern="1200" baseline="0"/>
            <a:t> Stuurt een ruwe digitale waarde naar de microcontroller via de datapin.</a:t>
          </a:r>
          <a:endParaRPr lang="en-US" sz="2900" kern="1200"/>
        </a:p>
      </dsp:txBody>
      <dsp:txXfrm>
        <a:off x="0" y="3143541"/>
        <a:ext cx="5322090" cy="15706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18372-1AF6-44B9-8094-CA3C837F2948}">
      <dsp:nvSpPr>
        <dsp:cNvPr id="0" name=""/>
        <dsp:cNvSpPr/>
      </dsp:nvSpPr>
      <dsp:spPr>
        <a:xfrm>
          <a:off x="0" y="2302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884A0-8B0B-4D91-8E99-B99D176F07A0}">
      <dsp:nvSpPr>
        <dsp:cNvPr id="0" name=""/>
        <dsp:cNvSpPr/>
      </dsp:nvSpPr>
      <dsp:spPr>
        <a:xfrm>
          <a:off x="0" y="2302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Functie:</a:t>
          </a:r>
          <a:r>
            <a:rPr lang="en-US" sz="3100" b="0" i="0" kern="1200" baseline="0"/>
            <a:t> Verwerkt de ruwe sensordata naar graden Celsius.</a:t>
          </a:r>
          <a:endParaRPr lang="en-US" sz="3100" kern="1200"/>
        </a:p>
      </dsp:txBody>
      <dsp:txXfrm>
        <a:off x="0" y="2302"/>
        <a:ext cx="5322090" cy="1570619"/>
      </dsp:txXfrm>
    </dsp:sp>
    <dsp:sp modelId="{0C47632C-8D54-438B-9060-8ADDDA4651E9}">
      <dsp:nvSpPr>
        <dsp:cNvPr id="0" name=""/>
        <dsp:cNvSpPr/>
      </dsp:nvSpPr>
      <dsp:spPr>
        <a:xfrm>
          <a:off x="0" y="157292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E81FC-AAE1-4B27-B9A7-20DD224B4A7F}">
      <dsp:nvSpPr>
        <dsp:cNvPr id="0" name=""/>
        <dsp:cNvSpPr/>
      </dsp:nvSpPr>
      <dsp:spPr>
        <a:xfrm>
          <a:off x="0" y="157292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Vertaling:</a:t>
          </a:r>
          <a:r>
            <a:rPr lang="en-US" sz="3100" b="0" i="0" kern="1200" baseline="0"/>
            <a:t> Verpakt de waarde in een </a:t>
          </a:r>
          <a:r>
            <a:rPr lang="en-US" sz="3100" b="1" i="0" kern="1200" baseline="0"/>
            <a:t>JSON-bericht</a:t>
          </a:r>
          <a:r>
            <a:rPr lang="en-US" sz="3100" b="0" i="0" kern="1200" baseline="0"/>
            <a:t> (bijv. {"temp": 21.5}).</a:t>
          </a:r>
          <a:endParaRPr lang="en-US" sz="3100" kern="1200"/>
        </a:p>
      </dsp:txBody>
      <dsp:txXfrm>
        <a:off x="0" y="1572921"/>
        <a:ext cx="5322090" cy="1570619"/>
      </dsp:txXfrm>
    </dsp:sp>
    <dsp:sp modelId="{D821F368-AB4F-40E1-B63D-DB95D3DFE835}">
      <dsp:nvSpPr>
        <dsp:cNvPr id="0" name=""/>
        <dsp:cNvSpPr/>
      </dsp:nvSpPr>
      <dsp:spPr>
        <a:xfrm>
          <a:off x="0" y="314354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079DC-AFD8-4C19-9196-6CD1EBB2E501}">
      <dsp:nvSpPr>
        <dsp:cNvPr id="0" name=""/>
        <dsp:cNvSpPr/>
      </dsp:nvSpPr>
      <dsp:spPr>
        <a:xfrm>
          <a:off x="0" y="314354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Verzending:</a:t>
          </a:r>
          <a:r>
            <a:rPr lang="en-US" sz="3100" b="0" i="0" kern="1200" baseline="0"/>
            <a:t> Stuurt dit pakketje via WiFi de "lucht" in naar de server.</a:t>
          </a:r>
          <a:endParaRPr lang="en-US" sz="3100" kern="1200"/>
        </a:p>
      </dsp:txBody>
      <dsp:txXfrm>
        <a:off x="0" y="3143541"/>
        <a:ext cx="5322090" cy="15706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90E02-E1DE-4ED6-93C5-7EA7B417F97E}">
      <dsp:nvSpPr>
        <dsp:cNvPr id="0" name=""/>
        <dsp:cNvSpPr/>
      </dsp:nvSpPr>
      <dsp:spPr>
        <a:xfrm>
          <a:off x="0" y="2302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A3E7C-6D21-4CAA-86A9-E6CFC05EA365}">
      <dsp:nvSpPr>
        <dsp:cNvPr id="0" name=""/>
        <dsp:cNvSpPr/>
      </dsp:nvSpPr>
      <dsp:spPr>
        <a:xfrm>
          <a:off x="0" y="2302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Software:</a:t>
          </a:r>
          <a:r>
            <a:rPr lang="en-US" sz="3000" b="0" i="0" kern="1200" baseline="0"/>
            <a:t> Mosquitto (draait op de Raspberry Pi).</a:t>
          </a:r>
          <a:endParaRPr lang="en-US" sz="3000" kern="1200"/>
        </a:p>
      </dsp:txBody>
      <dsp:txXfrm>
        <a:off x="0" y="2302"/>
        <a:ext cx="5322090" cy="1570619"/>
      </dsp:txXfrm>
    </dsp:sp>
    <dsp:sp modelId="{657FDD42-3F19-427B-B8B8-FE75B0531AAE}">
      <dsp:nvSpPr>
        <dsp:cNvPr id="0" name=""/>
        <dsp:cNvSpPr/>
      </dsp:nvSpPr>
      <dsp:spPr>
        <a:xfrm>
          <a:off x="0" y="157292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87CE5-472A-4A9B-B7E8-E698D0D5AB65}">
      <dsp:nvSpPr>
        <dsp:cNvPr id="0" name=""/>
        <dsp:cNvSpPr/>
      </dsp:nvSpPr>
      <dsp:spPr>
        <a:xfrm>
          <a:off x="0" y="157292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Functie:</a:t>
          </a:r>
          <a:r>
            <a:rPr lang="en-US" sz="3000" b="0" i="0" kern="1200" baseline="0"/>
            <a:t> Sorteert alle binnenkomende berichten op basis van </a:t>
          </a:r>
          <a:r>
            <a:rPr lang="en-US" sz="3000" b="1" i="0" kern="1200" baseline="0"/>
            <a:t>Topics</a:t>
          </a:r>
          <a:r>
            <a:rPr lang="en-US" sz="3000" b="0" i="0" kern="1200" baseline="0"/>
            <a:t>.</a:t>
          </a:r>
          <a:endParaRPr lang="en-US" sz="3000" kern="1200"/>
        </a:p>
      </dsp:txBody>
      <dsp:txXfrm>
        <a:off x="0" y="1572921"/>
        <a:ext cx="5322090" cy="1570619"/>
      </dsp:txXfrm>
    </dsp:sp>
    <dsp:sp modelId="{B14FCEA6-DBEA-4CD9-9F73-280450A76B1B}">
      <dsp:nvSpPr>
        <dsp:cNvPr id="0" name=""/>
        <dsp:cNvSpPr/>
      </dsp:nvSpPr>
      <dsp:spPr>
        <a:xfrm>
          <a:off x="0" y="314354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E08631-A63C-469B-9FCD-981C054C9F78}">
      <dsp:nvSpPr>
        <dsp:cNvPr id="0" name=""/>
        <dsp:cNvSpPr/>
      </dsp:nvSpPr>
      <dsp:spPr>
        <a:xfrm>
          <a:off x="0" y="314354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Adres:</a:t>
          </a:r>
          <a:r>
            <a:rPr lang="en-US" sz="3000" b="0" i="0" kern="1200" baseline="0"/>
            <a:t> Werkt als een digitaal postkantoor: "Dit bericht is voor topic sensors/groep1".</a:t>
          </a:r>
          <a:endParaRPr lang="en-US" sz="3000" kern="1200"/>
        </a:p>
      </dsp:txBody>
      <dsp:txXfrm>
        <a:off x="0" y="3143541"/>
        <a:ext cx="5322090" cy="15706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2DF82-E0F4-4090-AB37-441D703D3701}">
      <dsp:nvSpPr>
        <dsp:cNvPr id="0" name=""/>
        <dsp:cNvSpPr/>
      </dsp:nvSpPr>
      <dsp:spPr>
        <a:xfrm>
          <a:off x="0" y="2302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96FC5-CB3F-4CBB-BFB5-3E07A7E2D5F9}">
      <dsp:nvSpPr>
        <dsp:cNvPr id="0" name=""/>
        <dsp:cNvSpPr/>
      </dsp:nvSpPr>
      <dsp:spPr>
        <a:xfrm>
          <a:off x="0" y="2302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Functie:</a:t>
          </a:r>
          <a:r>
            <a:rPr lang="en-US" sz="2800" b="0" i="0" kern="1200" baseline="0"/>
            <a:t> De onzichtbare schakel tussen de postbode en het archief.</a:t>
          </a:r>
          <a:endParaRPr lang="en-US" sz="2800" kern="1200"/>
        </a:p>
      </dsp:txBody>
      <dsp:txXfrm>
        <a:off x="0" y="2302"/>
        <a:ext cx="5322090" cy="1570619"/>
      </dsp:txXfrm>
    </dsp:sp>
    <dsp:sp modelId="{ACFAD2D6-038A-4E33-AFC1-74D04617F7E9}">
      <dsp:nvSpPr>
        <dsp:cNvPr id="0" name=""/>
        <dsp:cNvSpPr/>
      </dsp:nvSpPr>
      <dsp:spPr>
        <a:xfrm>
          <a:off x="0" y="157292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29F9A-00D9-45B2-893C-3791D13554E4}">
      <dsp:nvSpPr>
        <dsp:cNvPr id="0" name=""/>
        <dsp:cNvSpPr/>
      </dsp:nvSpPr>
      <dsp:spPr>
        <a:xfrm>
          <a:off x="0" y="157292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Actie:</a:t>
          </a:r>
          <a:r>
            <a:rPr lang="en-US" sz="2800" b="0" i="0" kern="1200" baseline="0"/>
            <a:t> "Vangt" de MQTT-berichten op en vertaalt ze naar computertaal voor de database.</a:t>
          </a:r>
          <a:endParaRPr lang="en-US" sz="2800" kern="1200"/>
        </a:p>
      </dsp:txBody>
      <dsp:txXfrm>
        <a:off x="0" y="1572921"/>
        <a:ext cx="5322090" cy="1570619"/>
      </dsp:txXfrm>
    </dsp:sp>
    <dsp:sp modelId="{6BF3BC75-1DBC-452F-84FB-C2FD84C34AF1}">
      <dsp:nvSpPr>
        <dsp:cNvPr id="0" name=""/>
        <dsp:cNvSpPr/>
      </dsp:nvSpPr>
      <dsp:spPr>
        <a:xfrm>
          <a:off x="0" y="314354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0C2BE-BAB6-479A-9128-30EF04D9A7A3}">
      <dsp:nvSpPr>
        <dsp:cNvPr id="0" name=""/>
        <dsp:cNvSpPr/>
      </dsp:nvSpPr>
      <dsp:spPr>
        <a:xfrm>
          <a:off x="0" y="314354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Automatisering:</a:t>
          </a:r>
          <a:r>
            <a:rPr lang="en-US" sz="2800" b="0" i="0" kern="1200" baseline="0"/>
            <a:t> Zorgt dat elke meting netjes in de juiste "rij" terechtkomt.</a:t>
          </a:r>
          <a:endParaRPr lang="en-US" sz="2800" kern="1200"/>
        </a:p>
      </dsp:txBody>
      <dsp:txXfrm>
        <a:off x="0" y="3143541"/>
        <a:ext cx="5322090" cy="15706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0AEBF-7739-4F07-ADA9-BF8E5F1FB3F8}">
      <dsp:nvSpPr>
        <dsp:cNvPr id="0" name=""/>
        <dsp:cNvSpPr/>
      </dsp:nvSpPr>
      <dsp:spPr>
        <a:xfrm>
          <a:off x="0" y="2302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41BA7-5AB3-4CBC-9612-4565A7037705}">
      <dsp:nvSpPr>
        <dsp:cNvPr id="0" name=""/>
        <dsp:cNvSpPr/>
      </dsp:nvSpPr>
      <dsp:spPr>
        <a:xfrm>
          <a:off x="0" y="2302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Type:</a:t>
          </a:r>
          <a:r>
            <a:rPr lang="en-US" sz="2600" b="0" i="0" kern="1200" baseline="0"/>
            <a:t> </a:t>
          </a:r>
          <a:r>
            <a:rPr lang="en-US" sz="2600" b="0" i="1" kern="1200" baseline="0"/>
            <a:t>Time Series Database</a:t>
          </a:r>
          <a:r>
            <a:rPr lang="en-US" sz="2600" b="0" i="0" kern="1200" baseline="0"/>
            <a:t> (geoptimaliseerd voor tijd).</a:t>
          </a:r>
          <a:endParaRPr lang="en-US" sz="2600" kern="1200"/>
        </a:p>
      </dsp:txBody>
      <dsp:txXfrm>
        <a:off x="0" y="2302"/>
        <a:ext cx="5322090" cy="1570619"/>
      </dsp:txXfrm>
    </dsp:sp>
    <dsp:sp modelId="{A337B7A5-0E26-421E-9A40-38731C36EA2C}">
      <dsp:nvSpPr>
        <dsp:cNvPr id="0" name=""/>
        <dsp:cNvSpPr/>
      </dsp:nvSpPr>
      <dsp:spPr>
        <a:xfrm>
          <a:off x="0" y="157292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ACC82-DA3C-4173-93D0-1907AEE52C69}">
      <dsp:nvSpPr>
        <dsp:cNvPr id="0" name=""/>
        <dsp:cNvSpPr/>
      </dsp:nvSpPr>
      <dsp:spPr>
        <a:xfrm>
          <a:off x="0" y="157292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Kenmerk:</a:t>
          </a:r>
          <a:r>
            <a:rPr lang="en-US" sz="2600" b="0" i="0" kern="1200" baseline="0"/>
            <a:t> Koppelt elke temperatuur aan een exact </a:t>
          </a:r>
          <a:r>
            <a:rPr lang="en-US" sz="2600" b="1" i="0" kern="1200" baseline="0"/>
            <a:t>tijdstempel</a:t>
          </a:r>
          <a:r>
            <a:rPr lang="en-US" sz="2600" b="0" i="0" kern="1200" baseline="0"/>
            <a:t>.</a:t>
          </a:r>
          <a:endParaRPr lang="en-US" sz="2600" kern="1200"/>
        </a:p>
      </dsp:txBody>
      <dsp:txXfrm>
        <a:off x="0" y="1572921"/>
        <a:ext cx="5322090" cy="1570619"/>
      </dsp:txXfrm>
    </dsp:sp>
    <dsp:sp modelId="{68D9D44D-9EC3-495D-8E87-321EC38F02D1}">
      <dsp:nvSpPr>
        <dsp:cNvPr id="0" name=""/>
        <dsp:cNvSpPr/>
      </dsp:nvSpPr>
      <dsp:spPr>
        <a:xfrm>
          <a:off x="0" y="314354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2FC61-0712-43A9-A564-56AFBE20CC50}">
      <dsp:nvSpPr>
        <dsp:cNvPr id="0" name=""/>
        <dsp:cNvSpPr/>
      </dsp:nvSpPr>
      <dsp:spPr>
        <a:xfrm>
          <a:off x="0" y="314354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Geheugen:</a:t>
          </a:r>
          <a:r>
            <a:rPr lang="en-US" sz="2600" b="0" i="0" kern="1200" baseline="0"/>
            <a:t> Bewaart alle historische data zodat we grafieken van vroeger kunnen maken.</a:t>
          </a:r>
          <a:endParaRPr lang="en-US" sz="2600" kern="1200"/>
        </a:p>
      </dsp:txBody>
      <dsp:txXfrm>
        <a:off x="0" y="3143541"/>
        <a:ext cx="5322090" cy="15706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A282C7-EC63-4721-810C-27AA95964B5C}">
      <dsp:nvSpPr>
        <dsp:cNvPr id="0" name=""/>
        <dsp:cNvSpPr/>
      </dsp:nvSpPr>
      <dsp:spPr>
        <a:xfrm>
          <a:off x="0" y="2302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27DB96-635C-4BD8-B87C-F7E102AB42BA}">
      <dsp:nvSpPr>
        <dsp:cNvPr id="0" name=""/>
        <dsp:cNvSpPr/>
      </dsp:nvSpPr>
      <dsp:spPr>
        <a:xfrm>
          <a:off x="0" y="2302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/>
            <a:t>Functie:</a:t>
          </a:r>
          <a:r>
            <a:rPr lang="en-US" sz="3300" b="0" i="0" kern="1200" baseline="0"/>
            <a:t> De visuele presentatielaag in de browser.</a:t>
          </a:r>
          <a:endParaRPr lang="en-US" sz="3300" kern="1200"/>
        </a:p>
      </dsp:txBody>
      <dsp:txXfrm>
        <a:off x="0" y="2302"/>
        <a:ext cx="5322090" cy="1570619"/>
      </dsp:txXfrm>
    </dsp:sp>
    <dsp:sp modelId="{ED2A2FF1-A4EA-403F-8EC0-EB782CA00BD7}">
      <dsp:nvSpPr>
        <dsp:cNvPr id="0" name=""/>
        <dsp:cNvSpPr/>
      </dsp:nvSpPr>
      <dsp:spPr>
        <a:xfrm>
          <a:off x="0" y="157292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44BE7-5B30-426C-A9F4-648A49CD37C5}">
      <dsp:nvSpPr>
        <dsp:cNvPr id="0" name=""/>
        <dsp:cNvSpPr/>
      </dsp:nvSpPr>
      <dsp:spPr>
        <a:xfrm>
          <a:off x="0" y="157292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/>
            <a:t>Actie:</a:t>
          </a:r>
          <a:r>
            <a:rPr lang="en-US" sz="3300" b="0" i="0" kern="1200" baseline="0"/>
            <a:t> Haalt de cijfers uit InfluxDB en tekent ze als meters en lijnen.</a:t>
          </a:r>
          <a:endParaRPr lang="en-US" sz="3300" kern="1200"/>
        </a:p>
      </dsp:txBody>
      <dsp:txXfrm>
        <a:off x="0" y="1572921"/>
        <a:ext cx="5322090" cy="1570619"/>
      </dsp:txXfrm>
    </dsp:sp>
    <dsp:sp modelId="{37C893C0-1ABA-4560-BC3D-4710C2B6B834}">
      <dsp:nvSpPr>
        <dsp:cNvPr id="0" name=""/>
        <dsp:cNvSpPr/>
      </dsp:nvSpPr>
      <dsp:spPr>
        <a:xfrm>
          <a:off x="0" y="3143541"/>
          <a:ext cx="5322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F501C-647A-4F92-B4B1-B02F1C7FEFA6}">
      <dsp:nvSpPr>
        <dsp:cNvPr id="0" name=""/>
        <dsp:cNvSpPr/>
      </dsp:nvSpPr>
      <dsp:spPr>
        <a:xfrm>
          <a:off x="0" y="3143541"/>
          <a:ext cx="5322090" cy="1570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/>
            <a:t>Inzicht:</a:t>
          </a:r>
          <a:r>
            <a:rPr lang="en-US" sz="3300" b="0" i="0" kern="1200" baseline="0"/>
            <a:t> Maakt de data begrijpelijk voor mensen (bijv. rode kleur bij hitte).</a:t>
          </a:r>
          <a:endParaRPr lang="en-US" sz="3300" kern="1200"/>
        </a:p>
      </dsp:txBody>
      <dsp:txXfrm>
        <a:off x="0" y="3143541"/>
        <a:ext cx="5322090" cy="15706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033309-2392-49E8-AD23-46FB8A7F52C0}">
      <dsp:nvSpPr>
        <dsp:cNvPr id="0" name=""/>
        <dsp:cNvSpPr/>
      </dsp:nvSpPr>
      <dsp:spPr>
        <a:xfrm>
          <a:off x="0" y="766425"/>
          <a:ext cx="11160125" cy="14149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197AE-1E85-48BA-A63D-40B86295712E}">
      <dsp:nvSpPr>
        <dsp:cNvPr id="0" name=""/>
        <dsp:cNvSpPr/>
      </dsp:nvSpPr>
      <dsp:spPr>
        <a:xfrm>
          <a:off x="428018" y="1084786"/>
          <a:ext cx="778216" cy="7782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F1E30-EC21-4137-A972-D3E5547FC8B5}">
      <dsp:nvSpPr>
        <dsp:cNvPr id="0" name=""/>
        <dsp:cNvSpPr/>
      </dsp:nvSpPr>
      <dsp:spPr>
        <a:xfrm>
          <a:off x="1634254" y="766425"/>
          <a:ext cx="9525871" cy="1414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748" tIns="149748" rIns="149748" bIns="1497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Arduino IDE:</a:t>
          </a:r>
          <a:r>
            <a:rPr lang="en-US" sz="2200" b="0" i="0" kern="1200" baseline="0" dirty="0"/>
            <a:t> De </a:t>
          </a:r>
          <a:r>
            <a:rPr lang="en-US" sz="2200" b="0" i="0" kern="1200" baseline="0" dirty="0" err="1"/>
            <a:t>ontwikkelomgeving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waarin</a:t>
          </a:r>
          <a:r>
            <a:rPr lang="en-US" sz="2200" b="0" i="0" kern="1200" baseline="0" dirty="0"/>
            <a:t> we de C++ code </a:t>
          </a:r>
          <a:r>
            <a:rPr lang="en-US" sz="2200" b="0" i="0" kern="1200" baseline="0" dirty="0" err="1"/>
            <a:t>schrijven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en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uploaden</a:t>
          </a:r>
          <a:r>
            <a:rPr lang="en-US" sz="2200" b="0" i="0" kern="1200" baseline="0" dirty="0"/>
            <a:t>.</a:t>
          </a:r>
          <a:endParaRPr lang="en-US" sz="2200" kern="1200" dirty="0"/>
        </a:p>
      </dsp:txBody>
      <dsp:txXfrm>
        <a:off x="1634254" y="766425"/>
        <a:ext cx="9525871" cy="1414938"/>
      </dsp:txXfrm>
    </dsp:sp>
    <dsp:sp modelId="{42472AEA-CCFD-44FE-A0B7-480251B85780}">
      <dsp:nvSpPr>
        <dsp:cNvPr id="0" name=""/>
        <dsp:cNvSpPr/>
      </dsp:nvSpPr>
      <dsp:spPr>
        <a:xfrm>
          <a:off x="0" y="2535098"/>
          <a:ext cx="11160125" cy="14149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A5C51-EBAB-4D94-B677-C7BD023EF45D}">
      <dsp:nvSpPr>
        <dsp:cNvPr id="0" name=""/>
        <dsp:cNvSpPr/>
      </dsp:nvSpPr>
      <dsp:spPr>
        <a:xfrm>
          <a:off x="428018" y="2853459"/>
          <a:ext cx="778216" cy="7782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8C54C-EF97-490D-9DA5-B469627FC878}">
      <dsp:nvSpPr>
        <dsp:cNvPr id="0" name=""/>
        <dsp:cNvSpPr/>
      </dsp:nvSpPr>
      <dsp:spPr>
        <a:xfrm>
          <a:off x="1634254" y="2535098"/>
          <a:ext cx="9525871" cy="1414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748" tIns="149748" rIns="149748" bIns="1497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C++ Libraries:</a:t>
          </a:r>
          <a:r>
            <a:rPr lang="en-US" sz="2200" b="0" i="0" kern="1200" baseline="0" dirty="0"/>
            <a:t> * </a:t>
          </a:r>
          <a:r>
            <a:rPr lang="en-US" sz="2200" b="0" i="0" kern="1200" baseline="0" dirty="0" err="1"/>
            <a:t>DHT.h</a:t>
          </a:r>
          <a:r>
            <a:rPr lang="en-US" sz="2200" b="0" i="0" kern="1200" baseline="0" dirty="0"/>
            <a:t> / </a:t>
          </a:r>
          <a:r>
            <a:rPr lang="en-US" sz="2200" b="0" i="0" kern="1200" baseline="0" dirty="0" err="1"/>
            <a:t>DallasTemperature.h</a:t>
          </a:r>
          <a:r>
            <a:rPr lang="en-US" sz="2200" b="0" i="0" kern="1200" baseline="0" dirty="0"/>
            <a:t>: Om de </a:t>
          </a:r>
          <a:r>
            <a:rPr lang="en-US" sz="2200" b="0" i="0" kern="1200" baseline="0" dirty="0" err="1"/>
            <a:t>sensortaal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te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begrijpen</a:t>
          </a:r>
          <a:r>
            <a:rPr lang="en-US" sz="2200" b="0" i="0" kern="1200" baseline="0" dirty="0"/>
            <a:t>.</a:t>
          </a:r>
        </a:p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 dirty="0" err="1"/>
            <a:t>PubSubClient.h</a:t>
          </a:r>
          <a:r>
            <a:rPr lang="nl-NL" sz="2200" kern="1200" dirty="0"/>
            <a:t>: Om het MQTT-protocol te kunnen spreken.</a:t>
          </a:r>
          <a:endParaRPr lang="en-US" sz="2200" kern="1200" dirty="0"/>
        </a:p>
      </dsp:txBody>
      <dsp:txXfrm>
        <a:off x="1634254" y="2535098"/>
        <a:ext cx="9525871" cy="14149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B848D2-4403-4E9D-B959-D6D802B7802E}">
      <dsp:nvSpPr>
        <dsp:cNvPr id="0" name=""/>
        <dsp:cNvSpPr/>
      </dsp:nvSpPr>
      <dsp:spPr>
        <a:xfrm>
          <a:off x="1433429" y="0"/>
          <a:ext cx="5333559" cy="5333559"/>
        </a:xfrm>
        <a:prstGeom prst="diamond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CE8BF09-DAF5-49BC-9738-DF3D19FE1C35}">
      <dsp:nvSpPr>
        <dsp:cNvPr id="0" name=""/>
        <dsp:cNvSpPr/>
      </dsp:nvSpPr>
      <dsp:spPr>
        <a:xfrm>
          <a:off x="1940117" y="506688"/>
          <a:ext cx="2080088" cy="2080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Mosquitto (MQTT Broker):</a:t>
          </a:r>
          <a:r>
            <a:rPr lang="en-US" sz="1600" b="0" i="0" kern="1200" baseline="0"/>
            <a:t> Het "postkantoor" dat alle berichten van de ESP32-bordjes ontvangt en sorteert.</a:t>
          </a:r>
          <a:endParaRPr lang="en-US" sz="1600" kern="1200"/>
        </a:p>
      </dsp:txBody>
      <dsp:txXfrm>
        <a:off x="2041659" y="608230"/>
        <a:ext cx="1877004" cy="1877004"/>
      </dsp:txXfrm>
    </dsp:sp>
    <dsp:sp modelId="{54EA0CB9-1A16-4799-A402-419489D2DDC7}">
      <dsp:nvSpPr>
        <dsp:cNvPr id="0" name=""/>
        <dsp:cNvSpPr/>
      </dsp:nvSpPr>
      <dsp:spPr>
        <a:xfrm>
          <a:off x="4180211" y="506688"/>
          <a:ext cx="2080088" cy="2080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Telegraf:</a:t>
          </a:r>
          <a:r>
            <a:rPr lang="en-US" sz="1600" b="0" i="0" kern="1200" baseline="0"/>
            <a:t> De "brug" die de berichten van Mosquitto opvangt en in de database stopt.</a:t>
          </a:r>
          <a:endParaRPr lang="en-US" sz="1600" kern="1200"/>
        </a:p>
      </dsp:txBody>
      <dsp:txXfrm>
        <a:off x="4281753" y="608230"/>
        <a:ext cx="1877004" cy="1877004"/>
      </dsp:txXfrm>
    </dsp:sp>
    <dsp:sp modelId="{117BA473-CDA3-4C09-996C-8057EAA36621}">
      <dsp:nvSpPr>
        <dsp:cNvPr id="0" name=""/>
        <dsp:cNvSpPr/>
      </dsp:nvSpPr>
      <dsp:spPr>
        <a:xfrm>
          <a:off x="1940117" y="2746782"/>
          <a:ext cx="2080088" cy="2080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InfluxDB:</a:t>
          </a:r>
          <a:r>
            <a:rPr lang="en-US" sz="1600" b="0" i="0" kern="1200" baseline="0"/>
            <a:t> De "archiefkast" (Time Series Database) die elke meting opslaat met een exact tijdstempel.</a:t>
          </a:r>
          <a:endParaRPr lang="en-US" sz="1600" kern="1200"/>
        </a:p>
      </dsp:txBody>
      <dsp:txXfrm>
        <a:off x="2041659" y="2848324"/>
        <a:ext cx="1877004" cy="1877004"/>
      </dsp:txXfrm>
    </dsp:sp>
    <dsp:sp modelId="{0A046D60-BA6D-48FB-BBEC-F3A0251A175D}">
      <dsp:nvSpPr>
        <dsp:cNvPr id="0" name=""/>
        <dsp:cNvSpPr/>
      </dsp:nvSpPr>
      <dsp:spPr>
        <a:xfrm>
          <a:off x="4180211" y="2746782"/>
          <a:ext cx="2080088" cy="2080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Grafana:</a:t>
          </a:r>
          <a:r>
            <a:rPr lang="en-US" sz="1600" b="0" i="0" kern="1200" baseline="0"/>
            <a:t> De "cockpit" die de data uit de archiefkast haalt en omzet in mooie grafieken en meters in de browser.</a:t>
          </a:r>
          <a:endParaRPr lang="en-US" sz="1600" kern="1200"/>
        </a:p>
      </dsp:txBody>
      <dsp:txXfrm>
        <a:off x="4281753" y="2848324"/>
        <a:ext cx="1877004" cy="18770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03/19/2026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03/19/2026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"Stel je voor dat je de beheerder bent van een groot schoolgebouw of een ziekenhuis. Je wilt weten waarom kamer 10 altijd koud is en kamer 2 bloedheet. Je kunt niet overal met een briefje en een pen langsgaan. Je hebt een systeem nodig dat </a:t>
            </a:r>
            <a:r>
              <a:rPr lang="nl-NL" b="1" dirty="0"/>
              <a:t>draadloos</a:t>
            </a:r>
            <a:r>
              <a:rPr lang="nl-NL" dirty="0"/>
              <a:t> is (geen kabels), </a:t>
            </a:r>
            <a:r>
              <a:rPr lang="nl-NL" b="1" dirty="0"/>
              <a:t>automatisch</a:t>
            </a:r>
            <a:r>
              <a:rPr lang="nl-NL" dirty="0"/>
              <a:t> opslaat (geen handwerk) en de data </a:t>
            </a:r>
            <a:r>
              <a:rPr lang="nl-NL" b="1" dirty="0"/>
              <a:t>visueel</a:t>
            </a:r>
            <a:r>
              <a:rPr lang="nl-NL" dirty="0"/>
              <a:t> maakt (direct inzicht)."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34061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i="1" dirty="0"/>
              <a:t>"Onze softwareoplossing is een zogenaamde 'stack'. Dat betekent dat we verschillende lagen software op elkaar stapelen. Op het witte bordje (de ESP32) draait onze eigen code die we in de </a:t>
            </a:r>
            <a:r>
              <a:rPr lang="nl-NL" b="1" i="1" dirty="0" err="1"/>
              <a:t>Arduino</a:t>
            </a:r>
            <a:r>
              <a:rPr lang="nl-NL" b="1" i="1" dirty="0"/>
              <a:t> IDE</a:t>
            </a:r>
            <a:r>
              <a:rPr lang="nl-NL" i="1" dirty="0"/>
              <a:t> hebben geschreven.</a:t>
            </a:r>
            <a:endParaRPr lang="nl-NL" dirty="0"/>
          </a:p>
          <a:p>
            <a:r>
              <a:rPr lang="nl-NL" i="1" dirty="0"/>
              <a:t>Het hart van het systeem draait op de </a:t>
            </a:r>
            <a:r>
              <a:rPr lang="nl-NL" i="1" dirty="0" err="1"/>
              <a:t>Raspberry</a:t>
            </a:r>
            <a:r>
              <a:rPr lang="nl-NL" i="1" dirty="0"/>
              <a:t> Pi. Daar gebruiken we de </a:t>
            </a:r>
            <a:r>
              <a:rPr lang="nl-NL" b="1" i="1" dirty="0"/>
              <a:t>TIG-stack</a:t>
            </a:r>
            <a:r>
              <a:rPr lang="nl-NL" i="1" dirty="0"/>
              <a:t>: </a:t>
            </a:r>
            <a:r>
              <a:rPr lang="nl-NL" b="1" i="1" dirty="0" err="1"/>
              <a:t>T</a:t>
            </a:r>
            <a:r>
              <a:rPr lang="nl-NL" i="1" dirty="0" err="1"/>
              <a:t>elegraf</a:t>
            </a:r>
            <a:r>
              <a:rPr lang="nl-NL" i="1" dirty="0"/>
              <a:t>, </a:t>
            </a:r>
            <a:r>
              <a:rPr lang="nl-NL" b="1" i="1" dirty="0" err="1"/>
              <a:t>I</a:t>
            </a:r>
            <a:r>
              <a:rPr lang="nl-NL" i="1" dirty="0" err="1"/>
              <a:t>nfluxDB</a:t>
            </a:r>
            <a:r>
              <a:rPr lang="nl-NL" i="1" dirty="0"/>
              <a:t> en </a:t>
            </a:r>
            <a:r>
              <a:rPr lang="nl-NL" b="1" i="1" dirty="0" err="1"/>
              <a:t>G</a:t>
            </a:r>
            <a:r>
              <a:rPr lang="nl-NL" i="1" dirty="0" err="1"/>
              <a:t>rafana</a:t>
            </a:r>
            <a:r>
              <a:rPr lang="nl-NL" i="1" dirty="0"/>
              <a:t>. Samen met </a:t>
            </a:r>
            <a:r>
              <a:rPr lang="nl-NL" b="1" i="1" dirty="0" err="1"/>
              <a:t>Mosquitto</a:t>
            </a:r>
            <a:r>
              <a:rPr lang="nl-NL" i="1" dirty="0"/>
              <a:t> zorgt dit ervoor dat we niet alleen live data zien, maar ook duizenden metingen uit het verleden razendsnel kunnen opvragen. Het mooie is: al deze software is 'Open Source', wat het perfect maakt voor schaalbare </a:t>
            </a:r>
            <a:r>
              <a:rPr lang="nl-NL" i="1" dirty="0" err="1"/>
              <a:t>IoT</a:t>
            </a:r>
            <a:r>
              <a:rPr lang="nl-NL" i="1" dirty="0"/>
              <a:t>-projecten."</a:t>
            </a:r>
            <a:endParaRPr lang="nl-NL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03496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591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607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19 maart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19 maart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2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19 maart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19 maart 2026</a:t>
            </a:fld>
            <a:endParaRPr lang="en-B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19 maart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err="1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19 maart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19 maart 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nl-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19 maart 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19 maart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19 maart 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19 maart 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19 maart 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19 maart 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19 maart 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en-GB"/>
              <a:t>Click icon to add chart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en-GB"/>
              <a:t>Click icon to add chart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en-GB"/>
              <a:t>Click icon to add table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en-GB"/>
              <a:t>Click icon to add table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19 maart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en-GB"/>
              <a:t>Click icon to add media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en-GB"/>
              <a:t>Click icon to add media</a:t>
            </a:r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19 maart 2026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19 maart 2026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19 maart 2026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19 maart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err="1"/>
              <a:t>Bedankt</a:t>
            </a:r>
            <a:r>
              <a:rPr lang="en-GB"/>
              <a:t>!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sp>
        <p:nvSpPr>
          <p:cNvPr id="5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19 maart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19 maart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19 maart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19 maart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A81C2DF-9ED3-914A-1241-85BF79B31D1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19 maart 2026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19 maart 2026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19 maart 2026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err="1"/>
              <a:t>Bedankt</a:t>
            </a:r>
            <a:r>
              <a:rPr lang="en-GB"/>
              <a:t>!</a:t>
            </a:r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19 maart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sp>
        <p:nvSpPr>
          <p:cNvPr id="3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19 maart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11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19 maart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19 maart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19 maart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19 maart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E800A3B-895E-4C06-CF67-B521B2D781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19 maart 2026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19 maart 2026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19 maart 2026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19 maart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err="1"/>
              <a:t>Bedankt</a:t>
            </a:r>
            <a:r>
              <a:rPr lang="en-GB"/>
              <a:t>!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sp>
        <p:nvSpPr>
          <p:cNvPr id="4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19 maart 2026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5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6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7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Van Brecht Gullentops </a:t>
            </a:r>
            <a:r>
              <a:rPr lang="en-GB" dirty="0" err="1"/>
              <a:t>en</a:t>
            </a:r>
            <a:r>
              <a:rPr lang="en-GB" dirty="0"/>
              <a:t> Brent Charlier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b="1" dirty="0" err="1"/>
              <a:t>InfluxDB</a:t>
            </a:r>
            <a:r>
              <a:rPr lang="en-US" b="1" dirty="0"/>
              <a:t> 2.0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telegraf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7E5E-3AD7-4815-C272-C11F16D4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Probleem – Waarom dit project?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E224A-165B-528F-3045-FC874EFB591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609CC-E66B-448F-80F3-92E1559EC1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De Centrale </a:t>
            </a:r>
            <a:r>
              <a:rPr lang="en-US" dirty="0" err="1"/>
              <a:t>Vraag</a:t>
            </a:r>
            <a:endParaRPr lang="en-US" dirty="0"/>
          </a:p>
          <a:p>
            <a:pPr marL="457200" indent="-457200">
              <a:buAutoNum type="arabicPeriod"/>
            </a:pPr>
            <a:r>
              <a:rPr lang="nl-NL" dirty="0"/>
              <a:t>De Uitdagingen (De 'Pijnpunten’)</a:t>
            </a:r>
          </a:p>
          <a:p>
            <a:pPr marL="457200" indent="-457200">
              <a:buAutoNum type="arabicPeriod"/>
            </a:pPr>
            <a:r>
              <a:rPr lang="nl-NL" dirty="0"/>
              <a:t>De Praktische Case (Voorbeeld)</a:t>
            </a:r>
          </a:p>
        </p:txBody>
      </p:sp>
    </p:spTree>
    <p:extLst>
      <p:ext uri="{BB962C8B-B14F-4D97-AF65-F5344CB8AC3E}">
        <p14:creationId xmlns:p14="http://schemas.microsoft.com/office/powerpoint/2010/main" val="347507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A569-0E11-DD9C-D091-70CDA321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3: De Flow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E4D8F3-B618-9A98-BA91-0E7EB76D843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B16786-D6BA-10DC-9ACF-69F4B69B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40" y="3078889"/>
            <a:ext cx="11693719" cy="70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519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930F49-B1BC-EA20-0A7C-ED4FDCC2DF6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0C2CA-5461-8372-2821-C1A00991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en-US" dirty="0"/>
              <a:t>Sensor ( in de flow )</a:t>
            </a:r>
            <a:endParaRPr lang="LID4096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B96BE8ED-4618-C110-C957-0A195D2FDD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9952033"/>
              </p:ext>
            </p:extLst>
          </p:nvPr>
        </p:nvGraphicFramePr>
        <p:xfrm>
          <a:off x="6353972" y="1628775"/>
          <a:ext cx="5322090" cy="4716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AF81EDD-0AEB-54D4-9803-B99A1D5F4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308" y="1547915"/>
            <a:ext cx="4748718" cy="416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3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4E49A9-BEA4-08E9-3D76-5BCB026995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72A35-B453-EF96-EBD5-7E6FCA01E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en-US" dirty="0"/>
              <a:t>Esp32 ( in de flow )</a:t>
            </a:r>
            <a:endParaRPr lang="LID4096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F481FAD3-A108-F831-CE0B-2BF6A9367E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3340102"/>
              </p:ext>
            </p:extLst>
          </p:nvPr>
        </p:nvGraphicFramePr>
        <p:xfrm>
          <a:off x="6353972" y="1628775"/>
          <a:ext cx="5322090" cy="4716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060CAEA-C0BD-B224-B260-705652F00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062" y="1420431"/>
            <a:ext cx="4350138" cy="435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6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5889CC-EF8F-C953-BA8F-97714D9A9AD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F2E6A-36E1-56DB-8D2B-B8281E17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en-US" dirty="0"/>
              <a:t>Mqtt broker ( in de flow )</a:t>
            </a:r>
            <a:endParaRPr lang="LID4096" dirty="0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21F7F3A8-66ED-B7ED-0358-5818ED2601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816489"/>
              </p:ext>
            </p:extLst>
          </p:nvPr>
        </p:nvGraphicFramePr>
        <p:xfrm>
          <a:off x="6353972" y="1628775"/>
          <a:ext cx="5322090" cy="4716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05F1D32-EF2B-C743-6E88-EC973C639E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255" y="1628775"/>
            <a:ext cx="5142690" cy="44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00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5ECA8D-1CBC-FAA3-5B79-0E213E3E0D5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11B35A-73C7-2A23-F061-8AB41209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en-US" dirty="0" err="1"/>
              <a:t>Telegraf</a:t>
            </a:r>
            <a:r>
              <a:rPr lang="en-US" dirty="0"/>
              <a:t> ( in de flow )</a:t>
            </a:r>
            <a:endParaRPr lang="LID4096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70A1FE8E-4C36-F762-16C7-E38025DEBB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0643185"/>
              </p:ext>
            </p:extLst>
          </p:nvPr>
        </p:nvGraphicFramePr>
        <p:xfrm>
          <a:off x="6353972" y="1628775"/>
          <a:ext cx="5322090" cy="4716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7" name="Picture 3">
            <a:extLst>
              <a:ext uri="{FF2B5EF4-FFF2-40B4-BE49-F238E27FC236}">
                <a16:creationId xmlns:a16="http://schemas.microsoft.com/office/drawing/2014/main" id="{B9619E9C-6157-FDA4-B076-5F0565947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31047"/>
            <a:ext cx="5943600" cy="152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77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63BE7E-297F-1742-7B21-BA2A91095D1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C84E1-18B3-529B-CD34-4509B3F8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en-US" dirty="0" err="1"/>
              <a:t>Influxdb</a:t>
            </a:r>
            <a:r>
              <a:rPr lang="en-US" dirty="0"/>
              <a:t> ( in de flow )</a:t>
            </a:r>
            <a:endParaRPr lang="LID4096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46E52A53-EC0E-6896-6EE9-41E06887B3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8330772"/>
              </p:ext>
            </p:extLst>
          </p:nvPr>
        </p:nvGraphicFramePr>
        <p:xfrm>
          <a:off x="6353972" y="1628775"/>
          <a:ext cx="5322090" cy="4716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1" name="Picture 3">
            <a:extLst>
              <a:ext uri="{FF2B5EF4-FFF2-40B4-BE49-F238E27FC236}">
                <a16:creationId xmlns:a16="http://schemas.microsoft.com/office/drawing/2014/main" id="{E282DB4B-41E2-B55C-9C88-1C9BEC370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67" y="2529191"/>
            <a:ext cx="5906633" cy="218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41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040346-9A25-6745-A23B-8B0D54696C7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ECC4F-D0AA-B3FF-4979-B475E708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en-US" dirty="0"/>
              <a:t>Grafana ( in de flow )</a:t>
            </a:r>
            <a:endParaRPr lang="LID4096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59B4EA53-C3AB-B731-3EEE-7C6CC2D610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4400387"/>
              </p:ext>
            </p:extLst>
          </p:nvPr>
        </p:nvGraphicFramePr>
        <p:xfrm>
          <a:off x="6353972" y="1628775"/>
          <a:ext cx="5322090" cy="4716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5" name="Picture 3">
            <a:extLst>
              <a:ext uri="{FF2B5EF4-FFF2-40B4-BE49-F238E27FC236}">
                <a16:creationId xmlns:a16="http://schemas.microsoft.com/office/drawing/2014/main" id="{1DDE39D2-3330-859F-0A7C-08AB9AA0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67" y="1813601"/>
            <a:ext cx="5153309" cy="3869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19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6CE80-5195-827F-1C65-C7F57712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Hardware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452361-38E2-21F3-9CF5-100C622C032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9F8965-6027-7E5C-69FB-99127C01C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775188"/>
              </p:ext>
            </p:extLst>
          </p:nvPr>
        </p:nvGraphicFramePr>
        <p:xfrm>
          <a:off x="515938" y="1509040"/>
          <a:ext cx="11160124" cy="16929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80062">
                  <a:extLst>
                    <a:ext uri="{9D8B030D-6E8A-4147-A177-3AD203B41FA5}">
                      <a16:colId xmlns:a16="http://schemas.microsoft.com/office/drawing/2014/main" val="2411161926"/>
                    </a:ext>
                  </a:extLst>
                </a:gridCol>
                <a:gridCol w="5580062">
                  <a:extLst>
                    <a:ext uri="{9D8B030D-6E8A-4147-A177-3AD203B41FA5}">
                      <a16:colId xmlns:a16="http://schemas.microsoft.com/office/drawing/2014/main" val="3988651633"/>
                    </a:ext>
                  </a:extLst>
                </a:gridCol>
              </a:tblGrid>
              <a:tr h="189167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>
                          <a:effectLst/>
                        </a:rPr>
                        <a:t>Component</a:t>
                      </a:r>
                      <a:endParaRPr lang="nl-BE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>
                          <a:effectLst/>
                        </a:rPr>
                        <a:t>Aantal</a:t>
                      </a:r>
                      <a:endParaRPr lang="nl-BE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7209792"/>
                  </a:ext>
                </a:extLst>
              </a:tr>
              <a:tr h="189167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 dirty="0">
                          <a:effectLst/>
                        </a:rPr>
                        <a:t>ESP32</a:t>
                      </a:r>
                      <a:endParaRPr lang="nl-BE" sz="9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>
                          <a:effectLst/>
                        </a:rPr>
                        <a:t>1</a:t>
                      </a:r>
                      <a:endParaRPr lang="nl-BE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4569163"/>
                  </a:ext>
                </a:extLst>
              </a:tr>
              <a:tr h="189167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DS18B20 Temperatuursensor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>
                          <a:effectLst/>
                        </a:rPr>
                        <a:t>Even nummer</a:t>
                      </a:r>
                      <a:endParaRPr lang="nl-BE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71609376"/>
                  </a:ext>
                </a:extLst>
              </a:tr>
              <a:tr h="189167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 dirty="0">
                          <a:effectLst/>
                        </a:rPr>
                        <a:t>4.7k</a:t>
                      </a:r>
                      <a:r>
                        <a:rPr lang="el-GR" sz="1100" kern="100" dirty="0">
                          <a:effectLst/>
                        </a:rPr>
                        <a:t>Ω </a:t>
                      </a:r>
                      <a:r>
                        <a:rPr lang="nl-BE" sz="1100" kern="100" dirty="0">
                          <a:effectLst/>
                        </a:rPr>
                        <a:t>weerstand</a:t>
                      </a:r>
                      <a:endParaRPr lang="nl-BE" sz="9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>
                          <a:effectLst/>
                        </a:rPr>
                        <a:t>Even veel als sensoren</a:t>
                      </a:r>
                      <a:endParaRPr lang="nl-BE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106019"/>
                  </a:ext>
                </a:extLst>
              </a:tr>
              <a:tr h="189167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>
                          <a:effectLst/>
                        </a:rPr>
                        <a:t>Breadboard</a:t>
                      </a:r>
                      <a:endParaRPr lang="nl-BE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>
                          <a:effectLst/>
                        </a:rPr>
                        <a:t>1</a:t>
                      </a:r>
                      <a:endParaRPr lang="nl-BE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7323545"/>
                  </a:ext>
                </a:extLst>
              </a:tr>
              <a:tr h="189167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 dirty="0">
                          <a:effectLst/>
                        </a:rPr>
                        <a:t>Jumper </a:t>
                      </a:r>
                      <a:r>
                        <a:rPr lang="nl-BE" sz="1100" kern="100" dirty="0" err="1">
                          <a:effectLst/>
                        </a:rPr>
                        <a:t>wires</a:t>
                      </a:r>
                      <a:endParaRPr lang="nl-BE" sz="9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>
                          <a:effectLst/>
                        </a:rPr>
                        <a:t>meerdere</a:t>
                      </a:r>
                      <a:endParaRPr lang="nl-BE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1284388"/>
                  </a:ext>
                </a:extLst>
              </a:tr>
              <a:tr h="557975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 dirty="0">
                          <a:effectLst/>
                        </a:rPr>
                        <a:t>USB kabel</a:t>
                      </a:r>
                      <a:endParaRPr lang="nl-BE" sz="9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 dirty="0">
                          <a:effectLst/>
                        </a:rPr>
                        <a:t>Batterijen</a:t>
                      </a:r>
                      <a:endParaRPr lang="nl-BE" sz="9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BE" sz="1100" kern="100" dirty="0" err="1">
                          <a:effectLst/>
                        </a:rPr>
                        <a:t>Raspberry</a:t>
                      </a:r>
                      <a:r>
                        <a:rPr lang="nl-BE" sz="1100" kern="100" dirty="0">
                          <a:effectLst/>
                        </a:rPr>
                        <a:t> pi</a:t>
                      </a:r>
                      <a:endParaRPr lang="nl-BE" sz="9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NL" sz="1100" kern="100" dirty="0">
                          <a:effectLst/>
                        </a:rPr>
                        <a:t>1</a:t>
                      </a:r>
                      <a:endParaRPr lang="nl-NL" sz="9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NL" sz="1100" kern="100" dirty="0">
                          <a:effectLst/>
                        </a:rPr>
                        <a:t>4 totaal minder van 5V</a:t>
                      </a:r>
                      <a:endParaRPr lang="nl-NL" sz="9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nl-NL" sz="1100" kern="100" dirty="0">
                          <a:effectLst/>
                        </a:rPr>
                        <a:t>1</a:t>
                      </a:r>
                      <a:endParaRPr lang="nl-NL" sz="9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4184075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CC3A623-1221-DAC0-8EC0-22BB04B59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1" y="3290626"/>
            <a:ext cx="2095500" cy="2095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133B5B-68C1-AB0D-BCEE-FB6FCF319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693" y="3494343"/>
            <a:ext cx="1897002" cy="1662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A83F91-481D-10EF-6949-A766E73B5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847" y="3277948"/>
            <a:ext cx="2095500" cy="209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D085C8-66E4-AD42-599A-6B91433C3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043" y="3253460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54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5FD3E-7DA6-C3EC-95DC-77A742B7317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11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2A871-8651-5EF9-0419-01081A802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en-US" dirty="0"/>
              <a:t>De Software-stack Op de ESP32</a:t>
            </a:r>
            <a:endParaRPr lang="LID4096" dirty="0"/>
          </a:p>
        </p:txBody>
      </p:sp>
      <p:graphicFrame>
        <p:nvGraphicFramePr>
          <p:cNvPr id="8" name="Rectangle 2">
            <a:extLst>
              <a:ext uri="{FF2B5EF4-FFF2-40B4-BE49-F238E27FC236}">
                <a16:creationId xmlns:a16="http://schemas.microsoft.com/office/drawing/2014/main" id="{F604AB93-9F85-3919-E8BC-829B3BB7DB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1411261"/>
              </p:ext>
            </p:extLst>
          </p:nvPr>
        </p:nvGraphicFramePr>
        <p:xfrm>
          <a:off x="515937" y="1628776"/>
          <a:ext cx="11160126" cy="4716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9109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D77CC-BD5C-4462-4DD4-4F4E33443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en-US" dirty="0"/>
              <a:t>De Software-stack Op de Raspberry Pi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1938C9-189E-895D-BE59-BF9A0BEDD34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12</a:t>
            </a:fld>
            <a:endParaRPr lang="en-BE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C9487961-78E2-C1BE-F6DE-48A177F21B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2639018"/>
              </p:ext>
            </p:extLst>
          </p:nvPr>
        </p:nvGraphicFramePr>
        <p:xfrm>
          <a:off x="3725693" y="1220022"/>
          <a:ext cx="8200417" cy="5333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78EA26F-3E0E-F49E-AE2C-39DAFF756F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302" y="1332689"/>
            <a:ext cx="4663210" cy="464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4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63AE-81BA-5627-96B1-269C41418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892" y="2441642"/>
            <a:ext cx="3336215" cy="1254867"/>
          </a:xfrm>
        </p:spPr>
        <p:txBody>
          <a:bodyPr/>
          <a:lstStyle/>
          <a:p>
            <a:r>
              <a:rPr lang="en-US" dirty="0"/>
              <a:t>Live Demo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E4F5CD-2E37-2A5A-C74E-8E46E09B050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10186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8102-372F-04A9-CA20-409F41E5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Onze</a:t>
            </a:r>
            <a:r>
              <a:rPr lang="en-US" dirty="0"/>
              <a:t> </a:t>
            </a:r>
            <a:r>
              <a:rPr lang="en-US" dirty="0" err="1"/>
              <a:t>fouten</a:t>
            </a:r>
            <a:r>
              <a:rPr lang="en-US" dirty="0"/>
              <a:t>…     | </a:t>
            </a:r>
            <a:r>
              <a:rPr lang="en-US" dirty="0" err="1"/>
              <a:t>onze</a:t>
            </a:r>
            <a:r>
              <a:rPr lang="en-US" dirty="0"/>
              <a:t> </a:t>
            </a:r>
            <a:r>
              <a:rPr lang="en-US" dirty="0" err="1"/>
              <a:t>oplossingen</a:t>
            </a:r>
            <a:r>
              <a:rPr lang="en-US" dirty="0"/>
              <a:t>…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ED964D-ED3C-3894-FD47-6AA8FD3801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54B7E-EFC0-F73E-93CE-B557F6EC09D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614793"/>
            <a:ext cx="4649450" cy="3015574"/>
          </a:xfrm>
        </p:spPr>
        <p:txBody>
          <a:bodyPr>
            <a:normAutofit lnSpcReduction="10000"/>
          </a:bodyPr>
          <a:lstStyle/>
          <a:p>
            <a:pPr lvl="0"/>
            <a:r>
              <a:rPr lang="nl-NL" dirty="0"/>
              <a:t>Influx DB inloggegevens vergeten </a:t>
            </a:r>
          </a:p>
          <a:p>
            <a:pPr lvl="0"/>
            <a:endParaRPr lang="nl-NL" i="1" dirty="0"/>
          </a:p>
          <a:p>
            <a:pPr lvl="0"/>
            <a:endParaRPr lang="nl-NL" i="1" dirty="0"/>
          </a:p>
          <a:p>
            <a:pPr lvl="0"/>
            <a:r>
              <a:rPr lang="nl-NL" dirty="0"/>
              <a:t>Error status 2 bij uploaden</a:t>
            </a:r>
          </a:p>
          <a:p>
            <a:pPr lvl="0"/>
            <a:endParaRPr lang="nl-NL" i="1" dirty="0"/>
          </a:p>
          <a:p>
            <a:pPr lvl="0"/>
            <a:endParaRPr lang="nl-NL" i="1" dirty="0"/>
          </a:p>
          <a:p>
            <a:pPr lvl="0"/>
            <a:r>
              <a:rPr lang="nl-NL" dirty="0"/>
              <a:t>Slechte connecties gekozen PCB</a:t>
            </a:r>
            <a:endParaRPr lang="nl-NL" i="1" dirty="0"/>
          </a:p>
          <a:p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DF7DE-632E-FA0D-D231-7659020288AC}"/>
              </a:ext>
            </a:extLst>
          </p:cNvPr>
          <p:cNvSpPr txBox="1"/>
          <p:nvPr/>
        </p:nvSpPr>
        <p:spPr>
          <a:xfrm>
            <a:off x="6095999" y="1536971"/>
            <a:ext cx="51556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Wachtwoord</a:t>
            </a:r>
            <a:r>
              <a:rPr lang="en-US" sz="2400" dirty="0"/>
              <a:t> </a:t>
            </a:r>
            <a:r>
              <a:rPr lang="en-US" sz="2400" dirty="0" err="1"/>
              <a:t>verandert</a:t>
            </a:r>
            <a:r>
              <a:rPr lang="en-US" sz="2400" dirty="0"/>
              <a:t> </a:t>
            </a:r>
            <a:r>
              <a:rPr lang="en-US" sz="2400" dirty="0" err="1"/>
              <a:t>als</a:t>
            </a:r>
            <a:r>
              <a:rPr lang="en-US" sz="2400" dirty="0"/>
              <a:t> admin via de raspberry pi command prompt</a:t>
            </a:r>
          </a:p>
          <a:p>
            <a:endParaRPr lang="en-US" sz="2400" dirty="0"/>
          </a:p>
          <a:p>
            <a:r>
              <a:rPr lang="en-US" sz="2400" dirty="0"/>
              <a:t>Boot knop </a:t>
            </a:r>
            <a:r>
              <a:rPr lang="en-US" sz="2400" dirty="0" err="1"/>
              <a:t>inhouden</a:t>
            </a:r>
            <a:r>
              <a:rPr lang="en-US" sz="2400" dirty="0"/>
              <a:t> </a:t>
            </a:r>
            <a:r>
              <a:rPr lang="en-US" sz="2400" dirty="0" err="1"/>
              <a:t>tijdens</a:t>
            </a:r>
            <a:r>
              <a:rPr lang="en-US" sz="2400" dirty="0"/>
              <a:t> connect </a:t>
            </a:r>
            <a:r>
              <a:rPr lang="en-US" sz="2400" dirty="0" err="1"/>
              <a:t>fase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Direct de </a:t>
            </a:r>
            <a:r>
              <a:rPr lang="en-US" sz="2400" dirty="0" err="1"/>
              <a:t>draden</a:t>
            </a:r>
            <a:r>
              <a:rPr lang="en-US" sz="2400" dirty="0"/>
              <a:t> </a:t>
            </a:r>
            <a:r>
              <a:rPr lang="en-US" sz="2400" dirty="0" err="1"/>
              <a:t>zelf</a:t>
            </a:r>
            <a:r>
              <a:rPr lang="en-US" sz="2400" dirty="0"/>
              <a:t> </a:t>
            </a:r>
            <a:r>
              <a:rPr lang="en-US" sz="2400" dirty="0" err="1"/>
              <a:t>solderen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3417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C198-F72E-A3B5-E391-DAE6E43C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841" y="2483414"/>
            <a:ext cx="5904318" cy="1116012"/>
          </a:xfrm>
        </p:spPr>
        <p:txBody>
          <a:bodyPr/>
          <a:lstStyle/>
          <a:p>
            <a:r>
              <a:rPr lang="en-US" dirty="0"/>
              <a:t>Hands-on </a:t>
            </a:r>
            <a:r>
              <a:rPr lang="en-US" dirty="0" err="1"/>
              <a:t>Oefening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E487B1-8081-C454-6182-7E5003AA9C6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7441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31B9B-0247-402D-D46A-7448A3E2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Reflectie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45B577-8B0A-A23D-8C1E-C11BDE14BF1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8D2D8-EE51-ACA6-B0CB-4888ABA6D69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Mobiele</a:t>
            </a:r>
            <a:r>
              <a:rPr lang="en-US" dirty="0"/>
              <a:t>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Vochtigheids</a:t>
            </a:r>
            <a:r>
              <a:rPr lang="en-US" dirty="0"/>
              <a:t>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Gebruik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van </a:t>
            </a:r>
            <a:r>
              <a:rPr lang="en-US" dirty="0" err="1"/>
              <a:t>cloudflare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52955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792C-A2AB-5878-8C05-B7FC7200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Vragen</a:t>
            </a:r>
            <a:r>
              <a:rPr lang="en-US" dirty="0"/>
              <a:t> &amp; Feedback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984E36-43F2-65D1-F261-9C421BD5EA9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328749-C1C0-2558-0675-85D066736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046" y="304419"/>
            <a:ext cx="3813810" cy="635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43672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NL_blano.potx" id="{621B2833-8B59-4C66-A52B-E861DF84174C}" vid="{3CEFAEB8-143E-47F5-B033-8BB5351056F2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NL_blano.potx" id="{621B2833-8B59-4C66-A52B-E861DF84174C}" vid="{1CAAA3E6-FB59-44D7-8900-571C73F38AC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NL_blano.potx" id="{621B2833-8B59-4C66-A52B-E861DF84174C}" vid="{61E6C6E4-781B-4C37-BFCA-04D01A928DE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973D026F80BD4F81FC421461738570" ma:contentTypeVersion="17" ma:contentTypeDescription="Create a new document." ma:contentTypeScope="" ma:versionID="573cdc0abbaf74c037276e1790d58f5e">
  <xsd:schema xmlns:xsd="http://www.w3.org/2001/XMLSchema" xmlns:xs="http://www.w3.org/2001/XMLSchema" xmlns:p="http://schemas.microsoft.com/office/2006/metadata/properties" xmlns:ns2="545b4efd-e573-47b4-a59e-f102b54256f0" xmlns:ns3="068fd3bc-a063-4725-8ba4-d09877c69b32" xmlns:ns4="3f990481-ab93-40a5-af1d-fa0a4386ebd9" targetNamespace="http://schemas.microsoft.com/office/2006/metadata/properties" ma:root="true" ma:fieldsID="f33eeff10642cd469174baccc24f9d72" ns2:_="" ns3:_="" ns4:_="">
    <xsd:import namespace="545b4efd-e573-47b4-a59e-f102b54256f0"/>
    <xsd:import namespace="068fd3bc-a063-4725-8ba4-d09877c69b32"/>
    <xsd:import namespace="3f990481-ab93-40a5-af1d-fa0a4386eb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5b4efd-e573-47b4-a59e-f102b54256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fd3bc-a063-4725-8ba4-d09877c69b3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90481-ab93-40a5-af1d-fa0a4386ebd9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f154f184-19e2-4ce5-b9dd-f86a5de8605d}" ma:internalName="TaxCatchAll" ma:showField="CatchAllData" ma:web="068fd3bc-a063-4725-8ba4-d09877c69b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990481-ab93-40a5-af1d-fa0a4386ebd9" xsi:nil="true"/>
    <lcf76f155ced4ddcb4097134ff3c332f xmlns="545b4efd-e573-47b4-a59e-f102b54256f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A2AC039-4DFF-42B1-846F-BE5DE8EAF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5b4efd-e573-47b4-a59e-f102b54256f0"/>
    <ds:schemaRef ds:uri="068fd3bc-a063-4725-8ba4-d09877c69b32"/>
    <ds:schemaRef ds:uri="3f990481-ab93-40a5-af1d-fa0a4386eb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B92E74-0DAA-4211-914A-CE18DD5C2D9B}">
  <ds:schemaRefs>
    <ds:schemaRef ds:uri="068fd3bc-a063-4725-8ba4-d09877c69b32"/>
    <ds:schemaRef ds:uri="3f990481-ab93-40a5-af1d-fa0a4386ebd9"/>
    <ds:schemaRef ds:uri="545b4efd-e573-47b4-a59e-f102b54256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WIT</Template>
  <TotalTime>0</TotalTime>
  <Words>734</Words>
  <Application>Microsoft Office PowerPoint</Application>
  <PresentationFormat>Breedbeeld</PresentationFormat>
  <Paragraphs>104</Paragraphs>
  <Slides>17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3</vt:i4>
      </vt:variant>
      <vt:variant>
        <vt:lpstr>Diatitels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WIT</vt:lpstr>
      <vt:lpstr>ORANJE</vt:lpstr>
      <vt:lpstr>BLAUW</vt:lpstr>
      <vt:lpstr> InfluxDB 2.0 en telegraf</vt:lpstr>
      <vt:lpstr>Het Probleem – Waarom dit project?</vt:lpstr>
      <vt:lpstr>Slide 3: De Flow</vt:lpstr>
      <vt:lpstr>Sensor ( in de flow )</vt:lpstr>
      <vt:lpstr>Esp32 ( in de flow )</vt:lpstr>
      <vt:lpstr>Mqtt broker ( in de flow )</vt:lpstr>
      <vt:lpstr>Telegraf ( in de flow )</vt:lpstr>
      <vt:lpstr>Influxdb ( in de flow )</vt:lpstr>
      <vt:lpstr>Grafana ( in de flow )</vt:lpstr>
      <vt:lpstr>De Hardware</vt:lpstr>
      <vt:lpstr>De Software-stack Op de ESP32</vt:lpstr>
      <vt:lpstr>De Software-stack Op de Raspberry Pi</vt:lpstr>
      <vt:lpstr>Live Demo</vt:lpstr>
      <vt:lpstr>Onze fouten…     | onze oplossingen…</vt:lpstr>
      <vt:lpstr>Hands-on Oefening</vt:lpstr>
      <vt:lpstr>Reflectie</vt:lpstr>
      <vt:lpstr>Vragen &amp;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OPO’s graduaat Programmeren</dc:title>
  <dc:creator>Lars De Richter</dc:creator>
  <cp:lastModifiedBy>Brent Charlier</cp:lastModifiedBy>
  <cp:revision>4</cp:revision>
  <cp:lastPrinted>2023-01-03T10:29:33Z</cp:lastPrinted>
  <dcterms:created xsi:type="dcterms:W3CDTF">2023-06-26T14:41:48Z</dcterms:created>
  <dcterms:modified xsi:type="dcterms:W3CDTF">2026-03-19T16:00:23Z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0x0101004D973D026F80BD4F81FC421461738570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2023-03-10T10:45:53Z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91ccaeab-5807-4361-a1f1-dbfbf8db87ab</vt:lpwstr>
  </property>
  <property fmtid="{D5CDD505-2E9C-101B-9397-08002B2CF9AE}" pid="10" name="MSIP_Label_c337be75-dfbb-4261-9834-ac247c7dde13_ContentBits">
    <vt:lpwstr>0</vt:lpwstr>
  </property>
</Properties>
</file>